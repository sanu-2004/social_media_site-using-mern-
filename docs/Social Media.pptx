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86" r:id="rId1"/>
  </p:sldMasterIdLst>
  <p:notesMasterIdLst>
    <p:notesMasterId r:id="rId37"/>
  </p:notesMasterIdLst>
  <p:handoutMasterIdLst>
    <p:handoutMasterId r:id="rId38"/>
  </p:handoutMasterIdLst>
  <p:sldIdLst>
    <p:sldId id="276" r:id="rId2"/>
    <p:sldId id="286" r:id="rId3"/>
    <p:sldId id="296" r:id="rId4"/>
    <p:sldId id="396" r:id="rId5"/>
    <p:sldId id="398" r:id="rId6"/>
    <p:sldId id="399" r:id="rId7"/>
    <p:sldId id="397" r:id="rId8"/>
    <p:sldId id="314" r:id="rId9"/>
    <p:sldId id="330" r:id="rId10"/>
    <p:sldId id="361" r:id="rId11"/>
    <p:sldId id="359" r:id="rId12"/>
    <p:sldId id="279" r:id="rId13"/>
    <p:sldId id="334" r:id="rId14"/>
    <p:sldId id="382" r:id="rId15"/>
    <p:sldId id="331" r:id="rId16"/>
    <p:sldId id="393" r:id="rId17"/>
    <p:sldId id="333" r:id="rId18"/>
    <p:sldId id="385" r:id="rId19"/>
    <p:sldId id="336" r:id="rId20"/>
    <p:sldId id="388" r:id="rId21"/>
    <p:sldId id="389" r:id="rId22"/>
    <p:sldId id="390" r:id="rId23"/>
    <p:sldId id="392" r:id="rId24"/>
    <p:sldId id="394" r:id="rId25"/>
    <p:sldId id="395" r:id="rId26"/>
    <p:sldId id="391" r:id="rId27"/>
    <p:sldId id="383" r:id="rId28"/>
    <p:sldId id="400" r:id="rId29"/>
    <p:sldId id="401" r:id="rId30"/>
    <p:sldId id="402" r:id="rId31"/>
    <p:sldId id="403" r:id="rId32"/>
    <p:sldId id="404" r:id="rId33"/>
    <p:sldId id="405" r:id="rId34"/>
    <p:sldId id="292" r:id="rId35"/>
    <p:sldId id="357"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548">
          <p15:clr>
            <a:srgbClr val="A4A3A4"/>
          </p15:clr>
        </p15:guide>
        <p15:guide id="2" orient="horz" pos="1003">
          <p15:clr>
            <a:srgbClr val="A4A3A4"/>
          </p15:clr>
        </p15:guide>
        <p15:guide id="3" orient="horz" pos="4054">
          <p15:clr>
            <a:srgbClr val="A4A3A4"/>
          </p15:clr>
        </p15:guide>
        <p15:guide id="4" pos="155">
          <p15:clr>
            <a:srgbClr val="A4A3A4"/>
          </p15:clr>
        </p15:guide>
        <p15:guide id="5" pos="676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CECE"/>
    <a:srgbClr val="F63357"/>
    <a:srgbClr val="AFABAB"/>
    <a:srgbClr val="A9A5A5"/>
    <a:srgbClr val="333333"/>
    <a:srgbClr val="1ABABA"/>
    <a:srgbClr val="15CBCD"/>
    <a:srgbClr val="173741"/>
    <a:srgbClr val="FE1E4E"/>
    <a:srgbClr val="FA3C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E2B7EB-C0BA-4C85-BDCC-472F7ECF8F60}" v="433" dt="2024-08-01T18:17:41.378"/>
  </p1510:revLst>
</p1510:revInfo>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showGuides="1">
      <p:cViewPr varScale="1">
        <p:scale>
          <a:sx n="78" d="100"/>
          <a:sy n="78" d="100"/>
        </p:scale>
        <p:origin x="878" y="62"/>
      </p:cViewPr>
      <p:guideLst>
        <p:guide orient="horz" pos="3548"/>
        <p:guide orient="horz" pos="1003"/>
        <p:guide orient="horz" pos="4054"/>
        <p:guide pos="155"/>
        <p:guide pos="6767"/>
      </p:guideLst>
    </p:cSldViewPr>
  </p:slideViewPr>
  <p:notesTextViewPr>
    <p:cViewPr>
      <p:scale>
        <a:sx n="1" d="1"/>
        <a:sy n="1" d="1"/>
      </p:scale>
      <p:origin x="0" y="0"/>
    </p:cViewPr>
  </p:notesTextViewPr>
  <p:sorterViewPr showFormatting="0">
    <p:cViewPr>
      <p:scale>
        <a:sx n="33" d="100"/>
        <a:sy n="33"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itra Ghosh" userId="ba81bb17297809d0" providerId="LiveId" clId="{84E2B7EB-C0BA-4C85-BDCC-472F7ECF8F60}"/>
    <pc:docChg chg="undo custSel addSld delSld modSld sldOrd">
      <pc:chgData name="Aritra Ghosh" userId="ba81bb17297809d0" providerId="LiveId" clId="{84E2B7EB-C0BA-4C85-BDCC-472F7ECF8F60}" dt="2024-08-01T18:26:55.840" v="1920" actId="20577"/>
      <pc:docMkLst>
        <pc:docMk/>
      </pc:docMkLst>
      <pc:sldChg chg="modSp mod">
        <pc:chgData name="Aritra Ghosh" userId="ba81bb17297809d0" providerId="LiveId" clId="{84E2B7EB-C0BA-4C85-BDCC-472F7ECF8F60}" dt="2024-08-01T12:22:33.631" v="238" actId="113"/>
        <pc:sldMkLst>
          <pc:docMk/>
          <pc:sldMk cId="0" sldId="276"/>
        </pc:sldMkLst>
        <pc:spChg chg="mod">
          <ac:chgData name="Aritra Ghosh" userId="ba81bb17297809d0" providerId="LiveId" clId="{84E2B7EB-C0BA-4C85-BDCC-472F7ECF8F60}" dt="2024-08-01T12:11:58.970" v="33" actId="20577"/>
          <ac:spMkLst>
            <pc:docMk/>
            <pc:sldMk cId="0" sldId="276"/>
            <ac:spMk id="4" creationId="{EC714B7D-4F69-835E-5FBA-93D107A752B7}"/>
          </ac:spMkLst>
        </pc:spChg>
        <pc:spChg chg="mod">
          <ac:chgData name="Aritra Ghosh" userId="ba81bb17297809d0" providerId="LiveId" clId="{84E2B7EB-C0BA-4C85-BDCC-472F7ECF8F60}" dt="2024-08-01T12:22:33.631" v="238" actId="113"/>
          <ac:spMkLst>
            <pc:docMk/>
            <pc:sldMk cId="0" sldId="276"/>
            <ac:spMk id="5" creationId="{44709631-F568-5529-2CD6-F8CA92DCB086}"/>
          </ac:spMkLst>
        </pc:spChg>
      </pc:sldChg>
      <pc:sldChg chg="modSp modAnim">
        <pc:chgData name="Aritra Ghosh" userId="ba81bb17297809d0" providerId="LiveId" clId="{84E2B7EB-C0BA-4C85-BDCC-472F7ECF8F60}" dt="2024-08-01T12:31:40.408" v="369" actId="20577"/>
        <pc:sldMkLst>
          <pc:docMk/>
          <pc:sldMk cId="0" sldId="286"/>
        </pc:sldMkLst>
        <pc:spChg chg="mod">
          <ac:chgData name="Aritra Ghosh" userId="ba81bb17297809d0" providerId="LiveId" clId="{84E2B7EB-C0BA-4C85-BDCC-472F7ECF8F60}" dt="2024-08-01T12:31:40.408" v="369" actId="20577"/>
          <ac:spMkLst>
            <pc:docMk/>
            <pc:sldMk cId="0" sldId="286"/>
            <ac:spMk id="2" creationId="{00000000-0000-0000-0000-000000000000}"/>
          </ac:spMkLst>
        </pc:spChg>
        <pc:spChg chg="mod">
          <ac:chgData name="Aritra Ghosh" userId="ba81bb17297809d0" providerId="LiveId" clId="{84E2B7EB-C0BA-4C85-BDCC-472F7ECF8F60}" dt="2024-08-01T12:19:23.422" v="235" actId="20577"/>
          <ac:spMkLst>
            <pc:docMk/>
            <pc:sldMk cId="0" sldId="286"/>
            <ac:spMk id="7172" creationId="{00000000-0000-0000-0000-000000000000}"/>
          </ac:spMkLst>
        </pc:spChg>
      </pc:sldChg>
      <pc:sldChg chg="addSp modSp mod">
        <pc:chgData name="Aritra Ghosh" userId="ba81bb17297809d0" providerId="LiveId" clId="{84E2B7EB-C0BA-4C85-BDCC-472F7ECF8F60}" dt="2024-08-01T18:22:19.846" v="1813" actId="20577"/>
        <pc:sldMkLst>
          <pc:docMk/>
          <pc:sldMk cId="0" sldId="292"/>
        </pc:sldMkLst>
        <pc:spChg chg="mod">
          <ac:chgData name="Aritra Ghosh" userId="ba81bb17297809d0" providerId="LiveId" clId="{84E2B7EB-C0BA-4C85-BDCC-472F7ECF8F60}" dt="2024-08-01T12:58:24.172" v="532" actId="20577"/>
          <ac:spMkLst>
            <pc:docMk/>
            <pc:sldMk cId="0" sldId="292"/>
            <ac:spMk id="2" creationId="{00000000-0000-0000-0000-000000000000}"/>
          </ac:spMkLst>
        </pc:spChg>
        <pc:spChg chg="add mod">
          <ac:chgData name="Aritra Ghosh" userId="ba81bb17297809d0" providerId="LiveId" clId="{84E2B7EB-C0BA-4C85-BDCC-472F7ECF8F60}" dt="2024-08-01T12:58:21.475" v="531" actId="20577"/>
          <ac:spMkLst>
            <pc:docMk/>
            <pc:sldMk cId="0" sldId="292"/>
            <ac:spMk id="3" creationId="{C8294BC0-0E8F-81D4-FF93-596F6248B0E8}"/>
          </ac:spMkLst>
        </pc:spChg>
        <pc:spChg chg="add mod">
          <ac:chgData name="Aritra Ghosh" userId="ba81bb17297809d0" providerId="LiveId" clId="{84E2B7EB-C0BA-4C85-BDCC-472F7ECF8F60}" dt="2024-08-01T18:22:19.846" v="1813" actId="20577"/>
          <ac:spMkLst>
            <pc:docMk/>
            <pc:sldMk cId="0" sldId="292"/>
            <ac:spMk id="4" creationId="{B49A1716-7ECE-82CB-40C6-6A18CFC179E9}"/>
          </ac:spMkLst>
        </pc:spChg>
      </pc:sldChg>
      <pc:sldChg chg="del">
        <pc:chgData name="Aritra Ghosh" userId="ba81bb17297809d0" providerId="LiveId" clId="{84E2B7EB-C0BA-4C85-BDCC-472F7ECF8F60}" dt="2024-08-01T18:09:18.032" v="1557" actId="47"/>
        <pc:sldMkLst>
          <pc:docMk/>
          <pc:sldMk cId="0" sldId="295"/>
        </pc:sldMkLst>
      </pc:sldChg>
      <pc:sldChg chg="addSp modSp mod">
        <pc:chgData name="Aritra Ghosh" userId="ba81bb17297809d0" providerId="LiveId" clId="{84E2B7EB-C0BA-4C85-BDCC-472F7ECF8F60}" dt="2024-08-01T18:25:53.975" v="1919" actId="20577"/>
        <pc:sldMkLst>
          <pc:docMk/>
          <pc:sldMk cId="0" sldId="296"/>
        </pc:sldMkLst>
        <pc:spChg chg="mod">
          <ac:chgData name="Aritra Ghosh" userId="ba81bb17297809d0" providerId="LiveId" clId="{84E2B7EB-C0BA-4C85-BDCC-472F7ECF8F60}" dt="2024-08-01T12:34:29.597" v="370" actId="20577"/>
          <ac:spMkLst>
            <pc:docMk/>
            <pc:sldMk cId="0" sldId="296"/>
            <ac:spMk id="2" creationId="{00000000-0000-0000-0000-000000000000}"/>
          </ac:spMkLst>
        </pc:spChg>
        <pc:spChg chg="add mod">
          <ac:chgData name="Aritra Ghosh" userId="ba81bb17297809d0" providerId="LiveId" clId="{84E2B7EB-C0BA-4C85-BDCC-472F7ECF8F60}" dt="2024-08-01T18:25:53.975" v="1919" actId="20577"/>
          <ac:spMkLst>
            <pc:docMk/>
            <pc:sldMk cId="0" sldId="296"/>
            <ac:spMk id="3" creationId="{43CD9465-102C-12B5-D9AB-A4DB6B2ACA44}"/>
          </ac:spMkLst>
        </pc:spChg>
      </pc:sldChg>
      <pc:sldChg chg="delSp modSp del mod delAnim">
        <pc:chgData name="Aritra Ghosh" userId="ba81bb17297809d0" providerId="LiveId" clId="{84E2B7EB-C0BA-4C85-BDCC-472F7ECF8F60}" dt="2024-08-01T18:13:51.501" v="1684" actId="47"/>
        <pc:sldMkLst>
          <pc:docMk/>
          <pc:sldMk cId="0" sldId="312"/>
        </pc:sldMkLst>
        <pc:spChg chg="mod">
          <ac:chgData name="Aritra Ghosh" userId="ba81bb17297809d0" providerId="LiveId" clId="{84E2B7EB-C0BA-4C85-BDCC-472F7ECF8F60}" dt="2024-08-01T12:44:07.502" v="483" actId="14100"/>
          <ac:spMkLst>
            <pc:docMk/>
            <pc:sldMk cId="0" sldId="312"/>
            <ac:spMk id="23" creationId="{00000000-0000-0000-0000-000000000000}"/>
          </ac:spMkLst>
        </pc:spChg>
        <pc:spChg chg="mod">
          <ac:chgData name="Aritra Ghosh" userId="ba81bb17297809d0" providerId="LiveId" clId="{84E2B7EB-C0BA-4C85-BDCC-472F7ECF8F60}" dt="2024-08-01T12:43:26.228" v="479" actId="1076"/>
          <ac:spMkLst>
            <pc:docMk/>
            <pc:sldMk cId="0" sldId="312"/>
            <ac:spMk id="24" creationId="{00000000-0000-0000-0000-000000000000}"/>
          </ac:spMkLst>
        </pc:spChg>
        <pc:spChg chg="mod">
          <ac:chgData name="Aritra Ghosh" userId="ba81bb17297809d0" providerId="LiveId" clId="{84E2B7EB-C0BA-4C85-BDCC-472F7ECF8F60}" dt="2024-08-01T12:43:50.444" v="481" actId="14100"/>
          <ac:spMkLst>
            <pc:docMk/>
            <pc:sldMk cId="0" sldId="312"/>
            <ac:spMk id="51" creationId="{00000000-0000-0000-0000-000000000000}"/>
          </ac:spMkLst>
        </pc:spChg>
        <pc:spChg chg="del">
          <ac:chgData name="Aritra Ghosh" userId="ba81bb17297809d0" providerId="LiveId" clId="{84E2B7EB-C0BA-4C85-BDCC-472F7ECF8F60}" dt="2024-08-01T12:42:21.611" v="472" actId="478"/>
          <ac:spMkLst>
            <pc:docMk/>
            <pc:sldMk cId="0" sldId="312"/>
            <ac:spMk id="12299" creationId="{00000000-0000-0000-0000-000000000000}"/>
          </ac:spMkLst>
        </pc:spChg>
        <pc:grpChg chg="mod">
          <ac:chgData name="Aritra Ghosh" userId="ba81bb17297809d0" providerId="LiveId" clId="{84E2B7EB-C0BA-4C85-BDCC-472F7ECF8F60}" dt="2024-08-01T12:43:14.627" v="476" actId="1076"/>
          <ac:grpSpMkLst>
            <pc:docMk/>
            <pc:sldMk cId="0" sldId="312"/>
            <ac:grpSpMk id="14" creationId="{00000000-0000-0000-0000-000000000000}"/>
          </ac:grpSpMkLst>
        </pc:grpChg>
        <pc:grpChg chg="mod">
          <ac:chgData name="Aritra Ghosh" userId="ba81bb17297809d0" providerId="LiveId" clId="{84E2B7EB-C0BA-4C85-BDCC-472F7ECF8F60}" dt="2024-08-01T12:43:20.394" v="477" actId="1076"/>
          <ac:grpSpMkLst>
            <pc:docMk/>
            <pc:sldMk cId="0" sldId="312"/>
            <ac:grpSpMk id="18" creationId="{00000000-0000-0000-0000-000000000000}"/>
          </ac:grpSpMkLst>
        </pc:grpChg>
        <pc:grpChg chg="mod">
          <ac:chgData name="Aritra Ghosh" userId="ba81bb17297809d0" providerId="LiveId" clId="{84E2B7EB-C0BA-4C85-BDCC-472F7ECF8F60}" dt="2024-08-01T12:44:22.395" v="485" actId="1076"/>
          <ac:grpSpMkLst>
            <pc:docMk/>
            <pc:sldMk cId="0" sldId="312"/>
            <ac:grpSpMk id="22" creationId="{00000000-0000-0000-0000-000000000000}"/>
          </ac:grpSpMkLst>
        </pc:grpChg>
        <pc:grpChg chg="del mod">
          <ac:chgData name="Aritra Ghosh" userId="ba81bb17297809d0" providerId="LiveId" clId="{84E2B7EB-C0BA-4C85-BDCC-472F7ECF8F60}" dt="2024-08-01T12:42:06.102" v="466" actId="478"/>
          <ac:grpSpMkLst>
            <pc:docMk/>
            <pc:sldMk cId="0" sldId="312"/>
            <ac:grpSpMk id="10245" creationId="{00000000-0000-0000-0000-000000000000}"/>
          </ac:grpSpMkLst>
        </pc:grpChg>
        <pc:grpChg chg="del">
          <ac:chgData name="Aritra Ghosh" userId="ba81bb17297809d0" providerId="LiveId" clId="{84E2B7EB-C0BA-4C85-BDCC-472F7ECF8F60}" dt="2024-08-01T12:42:09.999" v="469" actId="478"/>
          <ac:grpSpMkLst>
            <pc:docMk/>
            <pc:sldMk cId="0" sldId="312"/>
            <ac:grpSpMk id="10258" creationId="{00000000-0000-0000-0000-000000000000}"/>
          </ac:grpSpMkLst>
        </pc:grpChg>
        <pc:grpChg chg="del">
          <ac:chgData name="Aritra Ghosh" userId="ba81bb17297809d0" providerId="LiveId" clId="{84E2B7EB-C0BA-4C85-BDCC-472F7ECF8F60}" dt="2024-08-01T12:42:11.454" v="470" actId="478"/>
          <ac:grpSpMkLst>
            <pc:docMk/>
            <pc:sldMk cId="0" sldId="312"/>
            <ac:grpSpMk id="10262" creationId="{00000000-0000-0000-0000-000000000000}"/>
          </ac:grpSpMkLst>
        </pc:grpChg>
        <pc:grpChg chg="del">
          <ac:chgData name="Aritra Ghosh" userId="ba81bb17297809d0" providerId="LiveId" clId="{84E2B7EB-C0BA-4C85-BDCC-472F7ECF8F60}" dt="2024-08-01T12:42:08.145" v="467" actId="478"/>
          <ac:grpSpMkLst>
            <pc:docMk/>
            <pc:sldMk cId="0" sldId="312"/>
            <ac:grpSpMk id="10266" creationId="{00000000-0000-0000-0000-000000000000}"/>
          </ac:grpSpMkLst>
        </pc:grpChg>
        <pc:grpChg chg="del">
          <ac:chgData name="Aritra Ghosh" userId="ba81bb17297809d0" providerId="LiveId" clId="{84E2B7EB-C0BA-4C85-BDCC-472F7ECF8F60}" dt="2024-08-01T12:42:09.167" v="468" actId="478"/>
          <ac:grpSpMkLst>
            <pc:docMk/>
            <pc:sldMk cId="0" sldId="312"/>
            <ac:grpSpMk id="10270" creationId="{00000000-0000-0000-0000-000000000000}"/>
          </ac:grpSpMkLst>
        </pc:grpChg>
        <pc:picChg chg="mod">
          <ac:chgData name="Aritra Ghosh" userId="ba81bb17297809d0" providerId="LiveId" clId="{84E2B7EB-C0BA-4C85-BDCC-472F7ECF8F60}" dt="2024-08-01T12:43:08.123" v="475" actId="1076"/>
          <ac:picMkLst>
            <pc:docMk/>
            <pc:sldMk cId="0" sldId="312"/>
            <ac:picMk id="4" creationId="{00000000-0000-0000-0000-000000000000}"/>
          </ac:picMkLst>
        </pc:picChg>
        <pc:cxnChg chg="mod">
          <ac:chgData name="Aritra Ghosh" userId="ba81bb17297809d0" providerId="LiveId" clId="{84E2B7EB-C0BA-4C85-BDCC-472F7ECF8F60}" dt="2024-08-01T12:44:31.515" v="487" actId="14100"/>
          <ac:cxnSpMkLst>
            <pc:docMk/>
            <pc:sldMk cId="0" sldId="312"/>
            <ac:cxnSpMk id="52" creationId="{00000000-0000-0000-0000-000000000000}"/>
          </ac:cxnSpMkLst>
        </pc:cxnChg>
        <pc:cxnChg chg="mod">
          <ac:chgData name="Aritra Ghosh" userId="ba81bb17297809d0" providerId="LiveId" clId="{84E2B7EB-C0BA-4C85-BDCC-472F7ECF8F60}" dt="2024-08-01T12:42:17.996" v="471" actId="14100"/>
          <ac:cxnSpMkLst>
            <pc:docMk/>
            <pc:sldMk cId="0" sldId="312"/>
            <ac:cxnSpMk id="10250" creationId="{00000000-0000-0000-0000-000000000000}"/>
          </ac:cxnSpMkLst>
        </pc:cxnChg>
      </pc:sldChg>
      <pc:sldChg chg="modSp">
        <pc:chgData name="Aritra Ghosh" userId="ba81bb17297809d0" providerId="LiveId" clId="{84E2B7EB-C0BA-4C85-BDCC-472F7ECF8F60}" dt="2024-08-01T18:14:51.654" v="1687" actId="20577"/>
        <pc:sldMkLst>
          <pc:docMk/>
          <pc:sldMk cId="0" sldId="314"/>
        </pc:sldMkLst>
        <pc:spChg chg="mod">
          <ac:chgData name="Aritra Ghosh" userId="ba81bb17297809d0" providerId="LiveId" clId="{84E2B7EB-C0BA-4C85-BDCC-472F7ECF8F60}" dt="2024-08-01T18:14:51.654" v="1687" actId="20577"/>
          <ac:spMkLst>
            <pc:docMk/>
            <pc:sldMk cId="0" sldId="314"/>
            <ac:spMk id="8197" creationId="{00000000-0000-0000-0000-000000000000}"/>
          </ac:spMkLst>
        </pc:spChg>
      </pc:sldChg>
      <pc:sldChg chg="addSp delSp modSp mod">
        <pc:chgData name="Aritra Ghosh" userId="ba81bb17297809d0" providerId="LiveId" clId="{84E2B7EB-C0BA-4C85-BDCC-472F7ECF8F60}" dt="2024-08-01T18:14:58.415" v="1689" actId="20577"/>
        <pc:sldMkLst>
          <pc:docMk/>
          <pc:sldMk cId="0" sldId="330"/>
        </pc:sldMkLst>
        <pc:spChg chg="mod">
          <ac:chgData name="Aritra Ghosh" userId="ba81bb17297809d0" providerId="LiveId" clId="{84E2B7EB-C0BA-4C85-BDCC-472F7ECF8F60}" dt="2024-08-01T18:14:58.415" v="1689" actId="20577"/>
          <ac:spMkLst>
            <pc:docMk/>
            <pc:sldMk cId="0" sldId="330"/>
            <ac:spMk id="17412" creationId="{00000000-0000-0000-0000-000000000000}"/>
          </ac:spMkLst>
        </pc:spChg>
        <pc:picChg chg="del">
          <ac:chgData name="Aritra Ghosh" userId="ba81bb17297809d0" providerId="LiveId" clId="{84E2B7EB-C0BA-4C85-BDCC-472F7ECF8F60}" dt="2024-08-01T12:45:04.828" v="488" actId="478"/>
          <ac:picMkLst>
            <pc:docMk/>
            <pc:sldMk cId="0" sldId="330"/>
            <ac:picMk id="2" creationId="{B8CC6729-0F88-3457-8CD8-27B4223CBABD}"/>
          </ac:picMkLst>
        </pc:picChg>
        <pc:picChg chg="add mod">
          <ac:chgData name="Aritra Ghosh" userId="ba81bb17297809d0" providerId="LiveId" clId="{84E2B7EB-C0BA-4C85-BDCC-472F7ECF8F60}" dt="2024-08-01T12:46:42.435" v="494" actId="14100"/>
          <ac:picMkLst>
            <pc:docMk/>
            <pc:sldMk cId="0" sldId="330"/>
            <ac:picMk id="4" creationId="{6DFB431D-76A7-CC2C-C6F8-277F8DB6F04A}"/>
          </ac:picMkLst>
        </pc:picChg>
      </pc:sldChg>
      <pc:sldChg chg="addSp delSp modSp mod">
        <pc:chgData name="Aritra Ghosh" userId="ba81bb17297809d0" providerId="LiveId" clId="{84E2B7EB-C0BA-4C85-BDCC-472F7ECF8F60}" dt="2024-08-01T18:15:34.390" v="1703" actId="20577"/>
        <pc:sldMkLst>
          <pc:docMk/>
          <pc:sldMk cId="0" sldId="331"/>
        </pc:sldMkLst>
        <pc:spChg chg="mod">
          <ac:chgData name="Aritra Ghosh" userId="ba81bb17297809d0" providerId="LiveId" clId="{84E2B7EB-C0BA-4C85-BDCC-472F7ECF8F60}" dt="2024-08-01T18:15:34.390" v="1703" actId="20577"/>
          <ac:spMkLst>
            <pc:docMk/>
            <pc:sldMk cId="0" sldId="331"/>
            <ac:spMk id="8197" creationId="{00000000-0000-0000-0000-000000000000}"/>
          </ac:spMkLst>
        </pc:spChg>
        <pc:picChg chg="del">
          <ac:chgData name="Aritra Ghosh" userId="ba81bb17297809d0" providerId="LiveId" clId="{84E2B7EB-C0BA-4C85-BDCC-472F7ECF8F60}" dt="2024-08-01T17:36:02.796" v="951" actId="478"/>
          <ac:picMkLst>
            <pc:docMk/>
            <pc:sldMk cId="0" sldId="331"/>
            <ac:picMk id="2" creationId="{E90049BD-088D-F2C9-AE6B-4FB24CFD3871}"/>
          </ac:picMkLst>
        </pc:picChg>
        <pc:picChg chg="add mod">
          <ac:chgData name="Aritra Ghosh" userId="ba81bb17297809d0" providerId="LiveId" clId="{84E2B7EB-C0BA-4C85-BDCC-472F7ECF8F60}" dt="2024-08-01T17:37:13.126" v="960" actId="1582"/>
          <ac:picMkLst>
            <pc:docMk/>
            <pc:sldMk cId="0" sldId="331"/>
            <ac:picMk id="4" creationId="{AD544A4B-FB8E-B1D2-C994-573DDF796A6A}"/>
          </ac:picMkLst>
        </pc:picChg>
      </pc:sldChg>
      <pc:sldChg chg="addSp delSp modSp mod">
        <pc:chgData name="Aritra Ghosh" userId="ba81bb17297809d0" providerId="LiveId" clId="{84E2B7EB-C0BA-4C85-BDCC-472F7ECF8F60}" dt="2024-08-01T18:16:01.639" v="1715" actId="20577"/>
        <pc:sldMkLst>
          <pc:docMk/>
          <pc:sldMk cId="0" sldId="333"/>
        </pc:sldMkLst>
        <pc:spChg chg="mod">
          <ac:chgData name="Aritra Ghosh" userId="ba81bb17297809d0" providerId="LiveId" clId="{84E2B7EB-C0BA-4C85-BDCC-472F7ECF8F60}" dt="2024-08-01T13:34:04.972" v="938" actId="20577"/>
          <ac:spMkLst>
            <pc:docMk/>
            <pc:sldMk cId="0" sldId="333"/>
            <ac:spMk id="8196" creationId="{00000000-0000-0000-0000-000000000000}"/>
          </ac:spMkLst>
        </pc:spChg>
        <pc:spChg chg="mod">
          <ac:chgData name="Aritra Ghosh" userId="ba81bb17297809d0" providerId="LiveId" clId="{84E2B7EB-C0BA-4C85-BDCC-472F7ECF8F60}" dt="2024-08-01T18:16:01.639" v="1715" actId="20577"/>
          <ac:spMkLst>
            <pc:docMk/>
            <pc:sldMk cId="0" sldId="333"/>
            <ac:spMk id="8197" creationId="{00000000-0000-0000-0000-000000000000}"/>
          </ac:spMkLst>
        </pc:spChg>
        <pc:picChg chg="del">
          <ac:chgData name="Aritra Ghosh" userId="ba81bb17297809d0" providerId="LiveId" clId="{84E2B7EB-C0BA-4C85-BDCC-472F7ECF8F60}" dt="2024-08-01T13:34:11.882" v="939" actId="478"/>
          <ac:picMkLst>
            <pc:docMk/>
            <pc:sldMk cId="0" sldId="333"/>
            <ac:picMk id="2" creationId="{44652E26-A3DF-97FC-77DD-B4EB2D1ACF22}"/>
          </ac:picMkLst>
        </pc:picChg>
        <pc:picChg chg="add mod">
          <ac:chgData name="Aritra Ghosh" userId="ba81bb17297809d0" providerId="LiveId" clId="{84E2B7EB-C0BA-4C85-BDCC-472F7ECF8F60}" dt="2024-08-01T13:41:19.334" v="950" actId="1582"/>
          <ac:picMkLst>
            <pc:docMk/>
            <pc:sldMk cId="0" sldId="333"/>
            <ac:picMk id="4" creationId="{03DA1578-1272-4600-3F6B-50FC837838CB}"/>
          </ac:picMkLst>
        </pc:picChg>
      </pc:sldChg>
      <pc:sldChg chg="addSp delSp modSp mod ord addAnim delAnim modAnim">
        <pc:chgData name="Aritra Ghosh" userId="ba81bb17297809d0" providerId="LiveId" clId="{84E2B7EB-C0BA-4C85-BDCC-472F7ECF8F60}" dt="2024-08-01T18:15:18.496" v="1697" actId="20577"/>
        <pc:sldMkLst>
          <pc:docMk/>
          <pc:sldMk cId="0" sldId="334"/>
        </pc:sldMkLst>
        <pc:spChg chg="add del mod">
          <ac:chgData name="Aritra Ghosh" userId="ba81bb17297809d0" providerId="LiveId" clId="{84E2B7EB-C0BA-4C85-BDCC-472F7ECF8F60}" dt="2024-08-01T17:39:13.796" v="1015" actId="20577"/>
          <ac:spMkLst>
            <pc:docMk/>
            <pc:sldMk cId="0" sldId="334"/>
            <ac:spMk id="8196" creationId="{00000000-0000-0000-0000-000000000000}"/>
          </ac:spMkLst>
        </pc:spChg>
        <pc:spChg chg="mod">
          <ac:chgData name="Aritra Ghosh" userId="ba81bb17297809d0" providerId="LiveId" clId="{84E2B7EB-C0BA-4C85-BDCC-472F7ECF8F60}" dt="2024-08-01T18:15:18.496" v="1697" actId="20577"/>
          <ac:spMkLst>
            <pc:docMk/>
            <pc:sldMk cId="0" sldId="334"/>
            <ac:spMk id="8197" creationId="{00000000-0000-0000-0000-000000000000}"/>
          </ac:spMkLst>
        </pc:spChg>
        <pc:picChg chg="del">
          <ac:chgData name="Aritra Ghosh" userId="ba81bb17297809d0" providerId="LiveId" clId="{84E2B7EB-C0BA-4C85-BDCC-472F7ECF8F60}" dt="2024-08-01T17:39:20.795" v="1016" actId="478"/>
          <ac:picMkLst>
            <pc:docMk/>
            <pc:sldMk cId="0" sldId="334"/>
            <ac:picMk id="2" creationId="{B80522A7-5CC4-331B-58B5-A133C62689EB}"/>
          </ac:picMkLst>
        </pc:picChg>
        <pc:picChg chg="add mod">
          <ac:chgData name="Aritra Ghosh" userId="ba81bb17297809d0" providerId="LiveId" clId="{84E2B7EB-C0BA-4C85-BDCC-472F7ECF8F60}" dt="2024-08-01T17:39:58.101" v="1024" actId="1582"/>
          <ac:picMkLst>
            <pc:docMk/>
            <pc:sldMk cId="0" sldId="334"/>
            <ac:picMk id="4" creationId="{3D3F6C9B-2B03-2EC1-A02C-8FCAE5F93BB1}"/>
          </ac:picMkLst>
        </pc:picChg>
      </pc:sldChg>
      <pc:sldChg chg="addSp delSp modSp mod">
        <pc:chgData name="Aritra Ghosh" userId="ba81bb17297809d0" providerId="LiveId" clId="{84E2B7EB-C0BA-4C85-BDCC-472F7ECF8F60}" dt="2024-08-01T18:16:12.751" v="1719" actId="20577"/>
        <pc:sldMkLst>
          <pc:docMk/>
          <pc:sldMk cId="0" sldId="336"/>
        </pc:sldMkLst>
        <pc:spChg chg="mod">
          <ac:chgData name="Aritra Ghosh" userId="ba81bb17297809d0" providerId="LiveId" clId="{84E2B7EB-C0BA-4C85-BDCC-472F7ECF8F60}" dt="2024-08-01T17:49:17.674" v="1165" actId="14100"/>
          <ac:spMkLst>
            <pc:docMk/>
            <pc:sldMk cId="0" sldId="336"/>
            <ac:spMk id="6" creationId="{E94F8797-14FC-37DE-C1AE-D6F8E136707C}"/>
          </ac:spMkLst>
        </pc:spChg>
        <pc:spChg chg="mod">
          <ac:chgData name="Aritra Ghosh" userId="ba81bb17297809d0" providerId="LiveId" clId="{84E2B7EB-C0BA-4C85-BDCC-472F7ECF8F60}" dt="2024-08-01T18:16:12.751" v="1719" actId="20577"/>
          <ac:spMkLst>
            <pc:docMk/>
            <pc:sldMk cId="0" sldId="336"/>
            <ac:spMk id="8197" creationId="{00000000-0000-0000-0000-000000000000}"/>
          </ac:spMkLst>
        </pc:spChg>
        <pc:picChg chg="add mod">
          <ac:chgData name="Aritra Ghosh" userId="ba81bb17297809d0" providerId="LiveId" clId="{84E2B7EB-C0BA-4C85-BDCC-472F7ECF8F60}" dt="2024-08-01T17:50:07.552" v="1175" actId="1582"/>
          <ac:picMkLst>
            <pc:docMk/>
            <pc:sldMk cId="0" sldId="336"/>
            <ac:picMk id="3" creationId="{41D34E3E-0943-05E8-14CE-DD5E7E10D59E}"/>
          </ac:picMkLst>
        </pc:picChg>
        <pc:picChg chg="del">
          <ac:chgData name="Aritra Ghosh" userId="ba81bb17297809d0" providerId="LiveId" clId="{84E2B7EB-C0BA-4C85-BDCC-472F7ECF8F60}" dt="2024-08-01T17:49:28.475" v="1167" actId="478"/>
          <ac:picMkLst>
            <pc:docMk/>
            <pc:sldMk cId="0" sldId="336"/>
            <ac:picMk id="4" creationId="{2CBA0E36-F90D-E145-4425-FD5372D1080B}"/>
          </ac:picMkLst>
        </pc:picChg>
      </pc:sldChg>
      <pc:sldChg chg="modSp mod modAnim">
        <pc:chgData name="Aritra Ghosh" userId="ba81bb17297809d0" providerId="LiveId" clId="{84E2B7EB-C0BA-4C85-BDCC-472F7ECF8F60}" dt="2024-08-01T18:12:31.772" v="1683" actId="207"/>
        <pc:sldMkLst>
          <pc:docMk/>
          <pc:sldMk cId="0" sldId="357"/>
        </pc:sldMkLst>
        <pc:spChg chg="mod">
          <ac:chgData name="Aritra Ghosh" userId="ba81bb17297809d0" providerId="LiveId" clId="{84E2B7EB-C0BA-4C85-BDCC-472F7ECF8F60}" dt="2024-08-01T18:10:57.890" v="1577" actId="207"/>
          <ac:spMkLst>
            <pc:docMk/>
            <pc:sldMk cId="0" sldId="357"/>
            <ac:spMk id="15" creationId="{00000000-0000-0000-0000-000000000000}"/>
          </ac:spMkLst>
        </pc:spChg>
        <pc:spChg chg="mod">
          <ac:chgData name="Aritra Ghosh" userId="ba81bb17297809d0" providerId="LiveId" clId="{84E2B7EB-C0BA-4C85-BDCC-472F7ECF8F60}" dt="2024-08-01T18:11:44.593" v="1681" actId="20577"/>
          <ac:spMkLst>
            <pc:docMk/>
            <pc:sldMk cId="0" sldId="357"/>
            <ac:spMk id="17" creationId="{00000000-0000-0000-0000-000000000000}"/>
          </ac:spMkLst>
        </pc:spChg>
        <pc:spChg chg="mod">
          <ac:chgData name="Aritra Ghosh" userId="ba81bb17297809d0" providerId="LiveId" clId="{84E2B7EB-C0BA-4C85-BDCC-472F7ECF8F60}" dt="2024-08-01T18:12:31.772" v="1683" actId="207"/>
          <ac:spMkLst>
            <pc:docMk/>
            <pc:sldMk cId="0" sldId="357"/>
            <ac:spMk id="21525" creationId="{00000000-0000-0000-0000-000000000000}"/>
          </ac:spMkLst>
        </pc:spChg>
      </pc:sldChg>
      <pc:sldChg chg="addSp delSp modSp mod">
        <pc:chgData name="Aritra Ghosh" userId="ba81bb17297809d0" providerId="LiveId" clId="{84E2B7EB-C0BA-4C85-BDCC-472F7ECF8F60}" dt="2024-08-01T18:17:53.528" v="1740" actId="14100"/>
        <pc:sldMkLst>
          <pc:docMk/>
          <pc:sldMk cId="0" sldId="359"/>
        </pc:sldMkLst>
        <pc:spChg chg="mod">
          <ac:chgData name="Aritra Ghosh" userId="ba81bb17297809d0" providerId="LiveId" clId="{84E2B7EB-C0BA-4C85-BDCC-472F7ECF8F60}" dt="2024-08-01T18:15:10.356" v="1693" actId="20577"/>
          <ac:spMkLst>
            <pc:docMk/>
            <pc:sldMk cId="0" sldId="359"/>
            <ac:spMk id="17412" creationId="{00000000-0000-0000-0000-000000000000}"/>
          </ac:spMkLst>
        </pc:spChg>
        <pc:picChg chg="del">
          <ac:chgData name="Aritra Ghosh" userId="ba81bb17297809d0" providerId="LiveId" clId="{84E2B7EB-C0BA-4C85-BDCC-472F7ECF8F60}" dt="2024-08-01T18:17:23.711" v="1736" actId="478"/>
          <ac:picMkLst>
            <pc:docMk/>
            <pc:sldMk cId="0" sldId="359"/>
            <ac:picMk id="3" creationId="{61343EE4-9CF5-8B74-78F3-C70BC28AB8B9}"/>
          </ac:picMkLst>
        </pc:picChg>
        <pc:picChg chg="add mod">
          <ac:chgData name="Aritra Ghosh" userId="ba81bb17297809d0" providerId="LiveId" clId="{84E2B7EB-C0BA-4C85-BDCC-472F7ECF8F60}" dt="2024-08-01T18:17:53.528" v="1740" actId="14100"/>
          <ac:picMkLst>
            <pc:docMk/>
            <pc:sldMk cId="0" sldId="359"/>
            <ac:picMk id="4" creationId="{F1BAA622-EEC4-552F-EECA-6FCEEABB5A0F}"/>
          </ac:picMkLst>
        </pc:picChg>
      </pc:sldChg>
      <pc:sldChg chg="addSp delSp modSp mod">
        <pc:chgData name="Aritra Ghosh" userId="ba81bb17297809d0" providerId="LiveId" clId="{84E2B7EB-C0BA-4C85-BDCC-472F7ECF8F60}" dt="2024-08-01T18:15:04.589" v="1691" actId="20577"/>
        <pc:sldMkLst>
          <pc:docMk/>
          <pc:sldMk cId="0" sldId="361"/>
        </pc:sldMkLst>
        <pc:spChg chg="mod">
          <ac:chgData name="Aritra Ghosh" userId="ba81bb17297809d0" providerId="LiveId" clId="{84E2B7EB-C0BA-4C85-BDCC-472F7ECF8F60}" dt="2024-08-01T18:15:04.589" v="1691" actId="20577"/>
          <ac:spMkLst>
            <pc:docMk/>
            <pc:sldMk cId="0" sldId="361"/>
            <ac:spMk id="17412" creationId="{00000000-0000-0000-0000-000000000000}"/>
          </ac:spMkLst>
        </pc:spChg>
        <pc:picChg chg="add mod">
          <ac:chgData name="Aritra Ghosh" userId="ba81bb17297809d0" providerId="LiveId" clId="{84E2B7EB-C0BA-4C85-BDCC-472F7ECF8F60}" dt="2024-08-01T12:50:03.730" v="497" actId="1076"/>
          <ac:picMkLst>
            <pc:docMk/>
            <pc:sldMk cId="0" sldId="361"/>
            <ac:picMk id="3" creationId="{2243A590-795E-BEF0-8D5B-246AC5A47113}"/>
          </ac:picMkLst>
        </pc:picChg>
        <pc:picChg chg="del">
          <ac:chgData name="Aritra Ghosh" userId="ba81bb17297809d0" providerId="LiveId" clId="{84E2B7EB-C0BA-4C85-BDCC-472F7ECF8F60}" dt="2024-08-01T12:49:48.146" v="495" actId="478"/>
          <ac:picMkLst>
            <pc:docMk/>
            <pc:sldMk cId="0" sldId="361"/>
            <ac:picMk id="4" creationId="{23BD14D4-B8E5-A06B-09EF-C49112CEA36F}"/>
          </ac:picMkLst>
        </pc:picChg>
      </pc:sldChg>
      <pc:sldChg chg="del">
        <pc:chgData name="Aritra Ghosh" userId="ba81bb17297809d0" providerId="LiveId" clId="{84E2B7EB-C0BA-4C85-BDCC-472F7ECF8F60}" dt="2024-08-01T13:32:34.729" v="926" actId="2696"/>
        <pc:sldMkLst>
          <pc:docMk/>
          <pc:sldMk cId="0" sldId="379"/>
        </pc:sldMkLst>
      </pc:sldChg>
      <pc:sldChg chg="del">
        <pc:chgData name="Aritra Ghosh" userId="ba81bb17297809d0" providerId="LiveId" clId="{84E2B7EB-C0BA-4C85-BDCC-472F7ECF8F60}" dt="2024-08-01T13:10:08.239" v="906" actId="2696"/>
        <pc:sldMkLst>
          <pc:docMk/>
          <pc:sldMk cId="0" sldId="380"/>
        </pc:sldMkLst>
      </pc:sldChg>
      <pc:sldChg chg="del">
        <pc:chgData name="Aritra Ghosh" userId="ba81bb17297809d0" providerId="LiveId" clId="{84E2B7EB-C0BA-4C85-BDCC-472F7ECF8F60}" dt="2024-08-01T13:09:56.953" v="905" actId="2696"/>
        <pc:sldMkLst>
          <pc:docMk/>
          <pc:sldMk cId="2141987304" sldId="381"/>
        </pc:sldMkLst>
      </pc:sldChg>
      <pc:sldChg chg="addSp delSp modSp mod ord">
        <pc:chgData name="Aritra Ghosh" userId="ba81bb17297809d0" providerId="LiveId" clId="{84E2B7EB-C0BA-4C85-BDCC-472F7ECF8F60}" dt="2024-08-01T18:26:55.840" v="1920" actId="20577"/>
        <pc:sldMkLst>
          <pc:docMk/>
          <pc:sldMk cId="1434311891" sldId="382"/>
        </pc:sldMkLst>
        <pc:spChg chg="mod">
          <ac:chgData name="Aritra Ghosh" userId="ba81bb17297809d0" providerId="LiveId" clId="{84E2B7EB-C0BA-4C85-BDCC-472F7ECF8F60}" dt="2024-08-01T18:15:24.805" v="1701" actId="20577"/>
          <ac:spMkLst>
            <pc:docMk/>
            <pc:sldMk cId="1434311891" sldId="382"/>
            <ac:spMk id="4" creationId="{DA73925C-7EEE-7703-9138-9065262BD8AD}"/>
          </ac:spMkLst>
        </pc:spChg>
        <pc:spChg chg="mod">
          <ac:chgData name="Aritra Ghosh" userId="ba81bb17297809d0" providerId="LiveId" clId="{84E2B7EB-C0BA-4C85-BDCC-472F7ECF8F60}" dt="2024-08-01T18:26:55.840" v="1920" actId="20577"/>
          <ac:spMkLst>
            <pc:docMk/>
            <pc:sldMk cId="1434311891" sldId="382"/>
            <ac:spMk id="6" creationId="{E94F8797-14FC-37DE-C1AE-D6F8E136707C}"/>
          </ac:spMkLst>
        </pc:spChg>
        <pc:picChg chg="add mod">
          <ac:chgData name="Aritra Ghosh" userId="ba81bb17297809d0" providerId="LiveId" clId="{84E2B7EB-C0BA-4C85-BDCC-472F7ECF8F60}" dt="2024-08-01T17:41:31.608" v="1063" actId="1582"/>
          <ac:picMkLst>
            <pc:docMk/>
            <pc:sldMk cId="1434311891" sldId="382"/>
            <ac:picMk id="5" creationId="{E6284CDE-B478-0AC6-DD6C-96195D86E33D}"/>
          </ac:picMkLst>
        </pc:picChg>
        <pc:picChg chg="del">
          <ac:chgData name="Aritra Ghosh" userId="ba81bb17297809d0" providerId="LiveId" clId="{84E2B7EB-C0BA-4C85-BDCC-472F7ECF8F60}" dt="2024-08-01T17:40:29.599" v="1054" actId="478"/>
          <ac:picMkLst>
            <pc:docMk/>
            <pc:sldMk cId="1434311891" sldId="382"/>
            <ac:picMk id="10" creationId="{3B9E9D90-4D63-E087-4EE4-AFEFE88F6B13}"/>
          </ac:picMkLst>
        </pc:picChg>
      </pc:sldChg>
      <pc:sldChg chg="addSp delSp modSp mod">
        <pc:chgData name="Aritra Ghosh" userId="ba81bb17297809d0" providerId="LiveId" clId="{84E2B7EB-C0BA-4C85-BDCC-472F7ECF8F60}" dt="2024-08-01T18:17:00.188" v="1735" actId="20577"/>
        <pc:sldMkLst>
          <pc:docMk/>
          <pc:sldMk cId="3398251064" sldId="383"/>
        </pc:sldMkLst>
        <pc:spChg chg="mod">
          <ac:chgData name="Aritra Ghosh" userId="ba81bb17297809d0" providerId="LiveId" clId="{84E2B7EB-C0BA-4C85-BDCC-472F7ECF8F60}" dt="2024-08-01T18:17:00.188" v="1735" actId="20577"/>
          <ac:spMkLst>
            <pc:docMk/>
            <pc:sldMk cId="3398251064" sldId="383"/>
            <ac:spMk id="6" creationId="{BC1557E9-20B6-EC7F-0D38-4AE04FB174C7}"/>
          </ac:spMkLst>
        </pc:spChg>
        <pc:picChg chg="del mod">
          <ac:chgData name="Aritra Ghosh" userId="ba81bb17297809d0" providerId="LiveId" clId="{84E2B7EB-C0BA-4C85-BDCC-472F7ECF8F60}" dt="2024-08-01T13:31:27.480" v="918" actId="478"/>
          <ac:picMkLst>
            <pc:docMk/>
            <pc:sldMk cId="3398251064" sldId="383"/>
            <ac:picMk id="3" creationId="{1543E41F-986C-0FC6-61D6-9B39AC099191}"/>
          </ac:picMkLst>
        </pc:picChg>
        <pc:picChg chg="add mod">
          <ac:chgData name="Aritra Ghosh" userId="ba81bb17297809d0" providerId="LiveId" clId="{84E2B7EB-C0BA-4C85-BDCC-472F7ECF8F60}" dt="2024-08-01T13:32:23.462" v="925" actId="1076"/>
          <ac:picMkLst>
            <pc:docMk/>
            <pc:sldMk cId="3398251064" sldId="383"/>
            <ac:picMk id="5" creationId="{D081FCE2-125C-8F1F-2535-3E2D69A7AFB1}"/>
          </ac:picMkLst>
        </pc:picChg>
      </pc:sldChg>
      <pc:sldChg chg="addSp delSp modSp mod">
        <pc:chgData name="Aritra Ghosh" userId="ba81bb17297809d0" providerId="LiveId" clId="{84E2B7EB-C0BA-4C85-BDCC-472F7ECF8F60}" dt="2024-08-01T18:16:07.538" v="1717" actId="20577"/>
        <pc:sldMkLst>
          <pc:docMk/>
          <pc:sldMk cId="3135130519" sldId="385"/>
        </pc:sldMkLst>
        <pc:spChg chg="mod">
          <ac:chgData name="Aritra Ghosh" userId="ba81bb17297809d0" providerId="LiveId" clId="{84E2B7EB-C0BA-4C85-BDCC-472F7ECF8F60}" dt="2024-08-01T18:16:07.538" v="1717" actId="20577"/>
          <ac:spMkLst>
            <pc:docMk/>
            <pc:sldMk cId="3135130519" sldId="385"/>
            <ac:spMk id="4" creationId="{DA73925C-7EEE-7703-9138-9065262BD8AD}"/>
          </ac:spMkLst>
        </pc:spChg>
        <pc:spChg chg="mod">
          <ac:chgData name="Aritra Ghosh" userId="ba81bb17297809d0" providerId="LiveId" clId="{84E2B7EB-C0BA-4C85-BDCC-472F7ECF8F60}" dt="2024-08-01T17:46:41.876" v="1128" actId="20577"/>
          <ac:spMkLst>
            <pc:docMk/>
            <pc:sldMk cId="3135130519" sldId="385"/>
            <ac:spMk id="6" creationId="{E94F8797-14FC-37DE-C1AE-D6F8E136707C}"/>
          </ac:spMkLst>
        </pc:spChg>
        <pc:picChg chg="add mod">
          <ac:chgData name="Aritra Ghosh" userId="ba81bb17297809d0" providerId="LiveId" clId="{84E2B7EB-C0BA-4C85-BDCC-472F7ECF8F60}" dt="2024-08-01T17:47:29.096" v="1137" actId="1582"/>
          <ac:picMkLst>
            <pc:docMk/>
            <pc:sldMk cId="3135130519" sldId="385"/>
            <ac:picMk id="5" creationId="{88340AB6-B9C1-6089-2015-8F99F803EBEB}"/>
          </ac:picMkLst>
        </pc:picChg>
        <pc:picChg chg="del">
          <ac:chgData name="Aritra Ghosh" userId="ba81bb17297809d0" providerId="LiveId" clId="{84E2B7EB-C0BA-4C85-BDCC-472F7ECF8F60}" dt="2024-08-01T17:46:45.543" v="1129" actId="478"/>
          <ac:picMkLst>
            <pc:docMk/>
            <pc:sldMk cId="3135130519" sldId="385"/>
            <ac:picMk id="10" creationId="{3B9E9D90-4D63-E087-4EE4-AFEFE88F6B13}"/>
          </ac:picMkLst>
        </pc:picChg>
      </pc:sldChg>
      <pc:sldChg chg="addSp delSp modSp del mod">
        <pc:chgData name="Aritra Ghosh" userId="ba81bb17297809d0" providerId="LiveId" clId="{84E2B7EB-C0BA-4C85-BDCC-472F7ECF8F60}" dt="2024-08-01T18:02:20.244" v="1398" actId="47"/>
        <pc:sldMkLst>
          <pc:docMk/>
          <pc:sldMk cId="830118917" sldId="386"/>
        </pc:sldMkLst>
        <pc:spChg chg="mod">
          <ac:chgData name="Aritra Ghosh" userId="ba81bb17297809d0" providerId="LiveId" clId="{84E2B7EB-C0BA-4C85-BDCC-472F7ECF8F60}" dt="2024-08-01T17:44:50.938" v="1089" actId="20577"/>
          <ac:spMkLst>
            <pc:docMk/>
            <pc:sldMk cId="830118917" sldId="386"/>
            <ac:spMk id="6" creationId="{E94F8797-14FC-37DE-C1AE-D6F8E136707C}"/>
          </ac:spMkLst>
        </pc:spChg>
        <pc:picChg chg="add mod">
          <ac:chgData name="Aritra Ghosh" userId="ba81bb17297809d0" providerId="LiveId" clId="{84E2B7EB-C0BA-4C85-BDCC-472F7ECF8F60}" dt="2024-08-01T17:45:34.471" v="1098" actId="1582"/>
          <ac:picMkLst>
            <pc:docMk/>
            <pc:sldMk cId="830118917" sldId="386"/>
            <ac:picMk id="5" creationId="{46349579-2406-B30B-8BC0-4A729D69C371}"/>
          </ac:picMkLst>
        </pc:picChg>
        <pc:picChg chg="del">
          <ac:chgData name="Aritra Ghosh" userId="ba81bb17297809d0" providerId="LiveId" clId="{84E2B7EB-C0BA-4C85-BDCC-472F7ECF8F60}" dt="2024-08-01T17:44:56.305" v="1090" actId="478"/>
          <ac:picMkLst>
            <pc:docMk/>
            <pc:sldMk cId="830118917" sldId="386"/>
            <ac:picMk id="10" creationId="{3B9E9D90-4D63-E087-4EE4-AFEFE88F6B13}"/>
          </ac:picMkLst>
        </pc:picChg>
      </pc:sldChg>
      <pc:sldChg chg="addSp delSp modSp mod">
        <pc:chgData name="Aritra Ghosh" userId="ba81bb17297809d0" providerId="LiveId" clId="{84E2B7EB-C0BA-4C85-BDCC-472F7ECF8F60}" dt="2024-08-01T18:16:17.431" v="1721" actId="20577"/>
        <pc:sldMkLst>
          <pc:docMk/>
          <pc:sldMk cId="667808771" sldId="388"/>
        </pc:sldMkLst>
        <pc:spChg chg="mod">
          <ac:chgData name="Aritra Ghosh" userId="ba81bb17297809d0" providerId="LiveId" clId="{84E2B7EB-C0BA-4C85-BDCC-472F7ECF8F60}" dt="2024-08-01T18:16:17.431" v="1721" actId="20577"/>
          <ac:spMkLst>
            <pc:docMk/>
            <pc:sldMk cId="667808771" sldId="388"/>
            <ac:spMk id="4" creationId="{DA73925C-7EEE-7703-9138-9065262BD8AD}"/>
          </ac:spMkLst>
        </pc:spChg>
        <pc:spChg chg="mod">
          <ac:chgData name="Aritra Ghosh" userId="ba81bb17297809d0" providerId="LiveId" clId="{84E2B7EB-C0BA-4C85-BDCC-472F7ECF8F60}" dt="2024-08-01T17:52:07.565" v="1238" actId="14100"/>
          <ac:spMkLst>
            <pc:docMk/>
            <pc:sldMk cId="667808771" sldId="388"/>
            <ac:spMk id="6" creationId="{E94F8797-14FC-37DE-C1AE-D6F8E136707C}"/>
          </ac:spMkLst>
        </pc:spChg>
        <pc:picChg chg="add mod">
          <ac:chgData name="Aritra Ghosh" userId="ba81bb17297809d0" providerId="LiveId" clId="{84E2B7EB-C0BA-4C85-BDCC-472F7ECF8F60}" dt="2024-08-01T17:52:43.914" v="1248" actId="1582"/>
          <ac:picMkLst>
            <pc:docMk/>
            <pc:sldMk cId="667808771" sldId="388"/>
            <ac:picMk id="5" creationId="{75567198-893F-5B68-F9B3-49A98B0CE5A9}"/>
          </ac:picMkLst>
        </pc:picChg>
        <pc:picChg chg="del">
          <ac:chgData name="Aritra Ghosh" userId="ba81bb17297809d0" providerId="LiveId" clId="{84E2B7EB-C0BA-4C85-BDCC-472F7ECF8F60}" dt="2024-08-01T17:52:10.224" v="1239" actId="478"/>
          <ac:picMkLst>
            <pc:docMk/>
            <pc:sldMk cId="667808771" sldId="388"/>
            <ac:picMk id="10" creationId="{3B9E9D90-4D63-E087-4EE4-AFEFE88F6B13}"/>
          </ac:picMkLst>
        </pc:picChg>
      </pc:sldChg>
      <pc:sldChg chg="addSp delSp modSp mod">
        <pc:chgData name="Aritra Ghosh" userId="ba81bb17297809d0" providerId="LiveId" clId="{84E2B7EB-C0BA-4C85-BDCC-472F7ECF8F60}" dt="2024-08-01T18:16:24.732" v="1723" actId="20577"/>
        <pc:sldMkLst>
          <pc:docMk/>
          <pc:sldMk cId="3218092387" sldId="389"/>
        </pc:sldMkLst>
        <pc:spChg chg="mod">
          <ac:chgData name="Aritra Ghosh" userId="ba81bb17297809d0" providerId="LiveId" clId="{84E2B7EB-C0BA-4C85-BDCC-472F7ECF8F60}" dt="2024-08-01T18:16:24.732" v="1723" actId="20577"/>
          <ac:spMkLst>
            <pc:docMk/>
            <pc:sldMk cId="3218092387" sldId="389"/>
            <ac:spMk id="4" creationId="{DA73925C-7EEE-7703-9138-9065262BD8AD}"/>
          </ac:spMkLst>
        </pc:spChg>
        <pc:spChg chg="mod">
          <ac:chgData name="Aritra Ghosh" userId="ba81bb17297809d0" providerId="LiveId" clId="{84E2B7EB-C0BA-4C85-BDCC-472F7ECF8F60}" dt="2024-08-01T17:53:52.644" v="1284" actId="14100"/>
          <ac:spMkLst>
            <pc:docMk/>
            <pc:sldMk cId="3218092387" sldId="389"/>
            <ac:spMk id="6" creationId="{E94F8797-14FC-37DE-C1AE-D6F8E136707C}"/>
          </ac:spMkLst>
        </pc:spChg>
        <pc:picChg chg="add mod">
          <ac:chgData name="Aritra Ghosh" userId="ba81bb17297809d0" providerId="LiveId" clId="{84E2B7EB-C0BA-4C85-BDCC-472F7ECF8F60}" dt="2024-08-01T17:54:39.662" v="1295" actId="1582"/>
          <ac:picMkLst>
            <pc:docMk/>
            <pc:sldMk cId="3218092387" sldId="389"/>
            <ac:picMk id="5" creationId="{D31BF329-DCFC-D6BA-A87A-2EC7A3C59E66}"/>
          </ac:picMkLst>
        </pc:picChg>
        <pc:picChg chg="del">
          <ac:chgData name="Aritra Ghosh" userId="ba81bb17297809d0" providerId="LiveId" clId="{84E2B7EB-C0BA-4C85-BDCC-472F7ECF8F60}" dt="2024-08-01T17:53:57.408" v="1285" actId="478"/>
          <ac:picMkLst>
            <pc:docMk/>
            <pc:sldMk cId="3218092387" sldId="389"/>
            <ac:picMk id="10" creationId="{3B9E9D90-4D63-E087-4EE4-AFEFE88F6B13}"/>
          </ac:picMkLst>
        </pc:picChg>
      </pc:sldChg>
      <pc:sldChg chg="addSp delSp modSp mod">
        <pc:chgData name="Aritra Ghosh" userId="ba81bb17297809d0" providerId="LiveId" clId="{84E2B7EB-C0BA-4C85-BDCC-472F7ECF8F60}" dt="2024-08-01T18:16:31.329" v="1725" actId="20577"/>
        <pc:sldMkLst>
          <pc:docMk/>
          <pc:sldMk cId="4283267320" sldId="390"/>
        </pc:sldMkLst>
        <pc:spChg chg="mod">
          <ac:chgData name="Aritra Ghosh" userId="ba81bb17297809d0" providerId="LiveId" clId="{84E2B7EB-C0BA-4C85-BDCC-472F7ECF8F60}" dt="2024-08-01T18:16:31.329" v="1725" actId="20577"/>
          <ac:spMkLst>
            <pc:docMk/>
            <pc:sldMk cId="4283267320" sldId="390"/>
            <ac:spMk id="6" creationId="{BC1557E9-20B6-EC7F-0D38-4AE04FB174C7}"/>
          </ac:spMkLst>
        </pc:spChg>
        <pc:spChg chg="add del mod">
          <ac:chgData name="Aritra Ghosh" userId="ba81bb17297809d0" providerId="LiveId" clId="{84E2B7EB-C0BA-4C85-BDCC-472F7ECF8F60}" dt="2024-08-01T17:57:19.273" v="1335" actId="14100"/>
          <ac:spMkLst>
            <pc:docMk/>
            <pc:sldMk cId="4283267320" sldId="390"/>
            <ac:spMk id="8" creationId="{F406BE06-5E4E-B112-0D96-F1477C0D6C58}"/>
          </ac:spMkLst>
        </pc:spChg>
        <pc:picChg chg="del">
          <ac:chgData name="Aritra Ghosh" userId="ba81bb17297809d0" providerId="LiveId" clId="{84E2B7EB-C0BA-4C85-BDCC-472F7ECF8F60}" dt="2024-08-01T13:30:02.043" v="907" actId="478"/>
          <ac:picMkLst>
            <pc:docMk/>
            <pc:sldMk cId="4283267320" sldId="390"/>
            <ac:picMk id="3" creationId="{1543E41F-986C-0FC6-61D6-9B39AC099191}"/>
          </ac:picMkLst>
        </pc:picChg>
        <pc:picChg chg="add del mod">
          <ac:chgData name="Aritra Ghosh" userId="ba81bb17297809d0" providerId="LiveId" clId="{84E2B7EB-C0BA-4C85-BDCC-472F7ECF8F60}" dt="2024-08-01T17:57:28.677" v="1336" actId="478"/>
          <ac:picMkLst>
            <pc:docMk/>
            <pc:sldMk cId="4283267320" sldId="390"/>
            <ac:picMk id="5" creationId="{4CC86455-C10D-7557-E177-FB7881196635}"/>
          </ac:picMkLst>
        </pc:picChg>
        <pc:picChg chg="add mod">
          <ac:chgData name="Aritra Ghosh" userId="ba81bb17297809d0" providerId="LiveId" clId="{84E2B7EB-C0BA-4C85-BDCC-472F7ECF8F60}" dt="2024-08-01T17:58:10.102" v="1343" actId="1582"/>
          <ac:picMkLst>
            <pc:docMk/>
            <pc:sldMk cId="4283267320" sldId="390"/>
            <ac:picMk id="9" creationId="{BD599860-235C-B555-0A3E-1C87F7B7B8CD}"/>
          </ac:picMkLst>
        </pc:picChg>
      </pc:sldChg>
      <pc:sldChg chg="modSp add mod">
        <pc:chgData name="Aritra Ghosh" userId="ba81bb17297809d0" providerId="LiveId" clId="{84E2B7EB-C0BA-4C85-BDCC-472F7ECF8F60}" dt="2024-08-01T18:16:53.347" v="1733" actId="20577"/>
        <pc:sldMkLst>
          <pc:docMk/>
          <pc:sldMk cId="198328205" sldId="391"/>
        </pc:sldMkLst>
        <pc:spChg chg="mod">
          <ac:chgData name="Aritra Ghosh" userId="ba81bb17297809d0" providerId="LiveId" clId="{84E2B7EB-C0BA-4C85-BDCC-472F7ECF8F60}" dt="2024-08-01T18:16:53.347" v="1733" actId="20577"/>
          <ac:spMkLst>
            <pc:docMk/>
            <pc:sldMk cId="198328205" sldId="391"/>
            <ac:spMk id="6" creationId="{BC1557E9-20B6-EC7F-0D38-4AE04FB174C7}"/>
          </ac:spMkLst>
        </pc:spChg>
      </pc:sldChg>
      <pc:sldChg chg="addSp delSp modSp add mod">
        <pc:chgData name="Aritra Ghosh" userId="ba81bb17297809d0" providerId="LiveId" clId="{84E2B7EB-C0BA-4C85-BDCC-472F7ECF8F60}" dt="2024-08-01T18:00:49.620" v="1393" actId="1582"/>
        <pc:sldMkLst>
          <pc:docMk/>
          <pc:sldMk cId="4192980796" sldId="392"/>
        </pc:sldMkLst>
        <pc:spChg chg="mod">
          <ac:chgData name="Aritra Ghosh" userId="ba81bb17297809d0" providerId="LiveId" clId="{84E2B7EB-C0BA-4C85-BDCC-472F7ECF8F60}" dt="2024-08-01T18:00:14.408" v="1386" actId="14100"/>
          <ac:spMkLst>
            <pc:docMk/>
            <pc:sldMk cId="4192980796" sldId="392"/>
            <ac:spMk id="8" creationId="{F406BE06-5E4E-B112-0D96-F1477C0D6C58}"/>
          </ac:spMkLst>
        </pc:spChg>
        <pc:picChg chg="add mod">
          <ac:chgData name="Aritra Ghosh" userId="ba81bb17297809d0" providerId="LiveId" clId="{84E2B7EB-C0BA-4C85-BDCC-472F7ECF8F60}" dt="2024-08-01T18:00:49.620" v="1393" actId="1582"/>
          <ac:picMkLst>
            <pc:docMk/>
            <pc:sldMk cId="4192980796" sldId="392"/>
            <ac:picMk id="3" creationId="{FE826CD2-83F8-BDCE-5D02-FC49439852BE}"/>
          </ac:picMkLst>
        </pc:picChg>
        <pc:picChg chg="del">
          <ac:chgData name="Aritra Ghosh" userId="ba81bb17297809d0" providerId="LiveId" clId="{84E2B7EB-C0BA-4C85-BDCC-472F7ECF8F60}" dt="2024-08-01T18:00:19.319" v="1387" actId="478"/>
          <ac:picMkLst>
            <pc:docMk/>
            <pc:sldMk cId="4192980796" sldId="392"/>
            <ac:picMk id="9" creationId="{BD599860-235C-B555-0A3E-1C87F7B7B8CD}"/>
          </ac:picMkLst>
        </pc:picChg>
      </pc:sldChg>
      <pc:sldChg chg="addSp delSp modSp add mod addAnim delAnim modAnim">
        <pc:chgData name="Aritra Ghosh" userId="ba81bb17297809d0" providerId="LiveId" clId="{84E2B7EB-C0BA-4C85-BDCC-472F7ECF8F60}" dt="2024-08-01T18:15:51.381" v="1711" actId="20577"/>
        <pc:sldMkLst>
          <pc:docMk/>
          <pc:sldMk cId="3678818913" sldId="393"/>
        </pc:sldMkLst>
        <pc:spChg chg="mod">
          <ac:chgData name="Aritra Ghosh" userId="ba81bb17297809d0" providerId="LiveId" clId="{84E2B7EB-C0BA-4C85-BDCC-472F7ECF8F60}" dt="2024-08-01T18:15:44.461" v="1706" actId="1076"/>
          <ac:spMkLst>
            <pc:docMk/>
            <pc:sldMk cId="3678818913" sldId="393"/>
            <ac:spMk id="8195" creationId="{00000000-0000-0000-0000-000000000000}"/>
          </ac:spMkLst>
        </pc:spChg>
        <pc:spChg chg="mod">
          <ac:chgData name="Aritra Ghosh" userId="ba81bb17297809d0" providerId="LiveId" clId="{84E2B7EB-C0BA-4C85-BDCC-472F7ECF8F60}" dt="2024-08-01T18:03:13.551" v="1433" actId="20577"/>
          <ac:spMkLst>
            <pc:docMk/>
            <pc:sldMk cId="3678818913" sldId="393"/>
            <ac:spMk id="8196" creationId="{00000000-0000-0000-0000-000000000000}"/>
          </ac:spMkLst>
        </pc:spChg>
        <pc:spChg chg="add del mod">
          <ac:chgData name="Aritra Ghosh" userId="ba81bb17297809d0" providerId="LiveId" clId="{84E2B7EB-C0BA-4C85-BDCC-472F7ECF8F60}" dt="2024-08-01T18:15:51.381" v="1711" actId="20577"/>
          <ac:spMkLst>
            <pc:docMk/>
            <pc:sldMk cId="3678818913" sldId="393"/>
            <ac:spMk id="8197" creationId="{00000000-0000-0000-0000-000000000000}"/>
          </ac:spMkLst>
        </pc:spChg>
        <pc:picChg chg="add mod">
          <ac:chgData name="Aritra Ghosh" userId="ba81bb17297809d0" providerId="LiveId" clId="{84E2B7EB-C0BA-4C85-BDCC-472F7ECF8F60}" dt="2024-08-01T18:04:17.016" v="1441" actId="1582"/>
          <ac:picMkLst>
            <pc:docMk/>
            <pc:sldMk cId="3678818913" sldId="393"/>
            <ac:picMk id="3" creationId="{B123F2FB-FFD5-A379-3259-BD1B3FFD64BB}"/>
          </ac:picMkLst>
        </pc:picChg>
        <pc:picChg chg="del">
          <ac:chgData name="Aritra Ghosh" userId="ba81bb17297809d0" providerId="LiveId" clId="{84E2B7EB-C0BA-4C85-BDCC-472F7ECF8F60}" dt="2024-08-01T18:03:17.367" v="1434" actId="478"/>
          <ac:picMkLst>
            <pc:docMk/>
            <pc:sldMk cId="3678818913" sldId="393"/>
            <ac:picMk id="4" creationId="{AD544A4B-FB8E-B1D2-C994-573DDF796A6A}"/>
          </ac:picMkLst>
        </pc:picChg>
      </pc:sldChg>
      <pc:sldChg chg="addSp delSp modSp add mod">
        <pc:chgData name="Aritra Ghosh" userId="ba81bb17297809d0" providerId="LiveId" clId="{84E2B7EB-C0BA-4C85-BDCC-472F7ECF8F60}" dt="2024-08-01T18:16:38.695" v="1727" actId="20577"/>
        <pc:sldMkLst>
          <pc:docMk/>
          <pc:sldMk cId="1976549986" sldId="394"/>
        </pc:sldMkLst>
        <pc:spChg chg="mod">
          <ac:chgData name="Aritra Ghosh" userId="ba81bb17297809d0" providerId="LiveId" clId="{84E2B7EB-C0BA-4C85-BDCC-472F7ECF8F60}" dt="2024-08-01T18:16:38.695" v="1727" actId="20577"/>
          <ac:spMkLst>
            <pc:docMk/>
            <pc:sldMk cId="1976549986" sldId="394"/>
            <ac:spMk id="6" creationId="{BC1557E9-20B6-EC7F-0D38-4AE04FB174C7}"/>
          </ac:spMkLst>
        </pc:spChg>
        <pc:spChg chg="mod">
          <ac:chgData name="Aritra Ghosh" userId="ba81bb17297809d0" providerId="LiveId" clId="{84E2B7EB-C0BA-4C85-BDCC-472F7ECF8F60}" dt="2024-08-01T18:05:38.571" v="1474" actId="20577"/>
          <ac:spMkLst>
            <pc:docMk/>
            <pc:sldMk cId="1976549986" sldId="394"/>
            <ac:spMk id="8" creationId="{F406BE06-5E4E-B112-0D96-F1477C0D6C58}"/>
          </ac:spMkLst>
        </pc:spChg>
        <pc:picChg chg="del">
          <ac:chgData name="Aritra Ghosh" userId="ba81bb17297809d0" providerId="LiveId" clId="{84E2B7EB-C0BA-4C85-BDCC-472F7ECF8F60}" dt="2024-08-01T18:05:43.479" v="1475" actId="478"/>
          <ac:picMkLst>
            <pc:docMk/>
            <pc:sldMk cId="1976549986" sldId="394"/>
            <ac:picMk id="3" creationId="{FE826CD2-83F8-BDCE-5D02-FC49439852BE}"/>
          </ac:picMkLst>
        </pc:picChg>
        <pc:picChg chg="add mod">
          <ac:chgData name="Aritra Ghosh" userId="ba81bb17297809d0" providerId="LiveId" clId="{84E2B7EB-C0BA-4C85-BDCC-472F7ECF8F60}" dt="2024-08-01T18:06:23.593" v="1483" actId="1582"/>
          <ac:picMkLst>
            <pc:docMk/>
            <pc:sldMk cId="1976549986" sldId="394"/>
            <ac:picMk id="5" creationId="{55A56E1D-35FD-4997-F9E1-85011896C5A4}"/>
          </ac:picMkLst>
        </pc:picChg>
      </pc:sldChg>
      <pc:sldChg chg="addSp delSp modSp add mod">
        <pc:chgData name="Aritra Ghosh" userId="ba81bb17297809d0" providerId="LiveId" clId="{84E2B7EB-C0BA-4C85-BDCC-472F7ECF8F60}" dt="2024-08-01T18:16:43.966" v="1729" actId="20577"/>
        <pc:sldMkLst>
          <pc:docMk/>
          <pc:sldMk cId="2717087934" sldId="395"/>
        </pc:sldMkLst>
        <pc:spChg chg="mod">
          <ac:chgData name="Aritra Ghosh" userId="ba81bb17297809d0" providerId="LiveId" clId="{84E2B7EB-C0BA-4C85-BDCC-472F7ECF8F60}" dt="2024-08-01T18:16:43.966" v="1729" actId="20577"/>
          <ac:spMkLst>
            <pc:docMk/>
            <pc:sldMk cId="2717087934" sldId="395"/>
            <ac:spMk id="6" creationId="{BC1557E9-20B6-EC7F-0D38-4AE04FB174C7}"/>
          </ac:spMkLst>
        </pc:spChg>
        <pc:spChg chg="mod">
          <ac:chgData name="Aritra Ghosh" userId="ba81bb17297809d0" providerId="LiveId" clId="{84E2B7EB-C0BA-4C85-BDCC-472F7ECF8F60}" dt="2024-08-01T18:06:55.204" v="1510" actId="20577"/>
          <ac:spMkLst>
            <pc:docMk/>
            <pc:sldMk cId="2717087934" sldId="395"/>
            <ac:spMk id="8" creationId="{F406BE06-5E4E-B112-0D96-F1477C0D6C58}"/>
          </ac:spMkLst>
        </pc:spChg>
        <pc:picChg chg="add mod">
          <ac:chgData name="Aritra Ghosh" userId="ba81bb17297809d0" providerId="LiveId" clId="{84E2B7EB-C0BA-4C85-BDCC-472F7ECF8F60}" dt="2024-08-01T18:07:38.412" v="1520" actId="1582"/>
          <ac:picMkLst>
            <pc:docMk/>
            <pc:sldMk cId="2717087934" sldId="395"/>
            <ac:picMk id="3" creationId="{F2D5D5DC-5CAC-9ED6-5BF8-45CD86C405CE}"/>
          </ac:picMkLst>
        </pc:picChg>
        <pc:picChg chg="del">
          <ac:chgData name="Aritra Ghosh" userId="ba81bb17297809d0" providerId="LiveId" clId="{84E2B7EB-C0BA-4C85-BDCC-472F7ECF8F60}" dt="2024-08-01T18:06:57.676" v="1511" actId="478"/>
          <ac:picMkLst>
            <pc:docMk/>
            <pc:sldMk cId="2717087934" sldId="395"/>
            <ac:picMk id="5" creationId="{55A56E1D-35FD-4997-F9E1-85011896C5A4}"/>
          </ac:picMkLst>
        </pc:picChg>
      </pc:sldChg>
      <pc:sldChg chg="add del">
        <pc:chgData name="Aritra Ghosh" userId="ba81bb17297809d0" providerId="LiveId" clId="{84E2B7EB-C0BA-4C85-BDCC-472F7ECF8F60}" dt="2024-08-01T18:09:07.085" v="1556" actId="2696"/>
        <pc:sldMkLst>
          <pc:docMk/>
          <pc:sldMk cId="1804479839" sldId="39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Calibri" panose="020F0502020204030204" pitchFamily="34" charset="0"/>
                <a:ea typeface="SimSun" panose="02010600030101010101" pitchFamily="2" charset="-122"/>
                <a:cs typeface="+mn-cs"/>
              </a:rPr>
              <a:t>2024/8/4</a:t>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Calibri" panose="020F0502020204030204" pitchFamily="34" charset="0"/>
                <a:ea typeface="SimSun" panose="02010600030101010101" pitchFamily="2" charset="-122"/>
                <a:cs typeface="+mn-cs"/>
              </a:rPr>
              <a:t>‹#›</a:t>
            </a:fld>
            <a:endParaRPr lang="zh-CN" altLang="en-US" strike="noStrike" noProof="1"/>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p:nvPr>
        </p:nvSpPr>
        <p:spPr bwMode="auto">
          <a:xfrm>
            <a:off x="0" y="0"/>
            <a:ext cx="29718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200" smtClean="0">
                <a:latin typeface="Arial" panose="020B0604020202020204" pitchFamily="34" charset="0"/>
                <a:ea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cs typeface="+mn-cs"/>
            </a:endParaRPr>
          </a:p>
        </p:txBody>
      </p:sp>
      <p:sp>
        <p:nvSpPr>
          <p:cNvPr id="2051" name="日期占位符 2"/>
          <p:cNvSpPr>
            <a:spLocks noGrp="1" noChangeArrowheads="1"/>
          </p:cNvSpPr>
          <p:nvPr>
            <p:ph type="dt" idx="1"/>
          </p:nvPr>
        </p:nvSpPr>
        <p:spPr bwMode="auto">
          <a:xfrm>
            <a:off x="3884613" y="0"/>
            <a:ext cx="29718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200" smtClean="0">
                <a:latin typeface="Arial" panose="020B0604020202020204" pitchFamily="34" charset="0"/>
                <a:ea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cs typeface="+mn-cs"/>
            </a:endParaRPr>
          </a:p>
        </p:txBody>
      </p:sp>
      <p:sp>
        <p:nvSpPr>
          <p:cNvPr id="3076" name="幻灯片图像占位符 3"/>
          <p:cNvSpPr>
            <a:spLocks noGrp="1" noRot="1" noChangeAspect="1"/>
          </p:cNvSpPr>
          <p:nvPr>
            <p:ph type="sldImg"/>
          </p:nvPr>
        </p:nvSpPr>
        <p:spPr>
          <a:xfrm>
            <a:off x="685800" y="1143000"/>
            <a:ext cx="5486400" cy="3086100"/>
          </a:xfrm>
          <a:prstGeom prst="rect">
            <a:avLst/>
          </a:prstGeom>
          <a:noFill/>
          <a:ln w="12700">
            <a:noFill/>
          </a:ln>
        </p:spPr>
      </p:sp>
      <p:sp>
        <p:nvSpPr>
          <p:cNvPr id="2053" name="备注占位符 4"/>
          <p:cNvSpPr>
            <a:spLocks noGrp="1" noChangeArrowheads="1"/>
          </p:cNvSpPr>
          <p:nvPr>
            <p:ph type="body" sz="quarter" idx="3"/>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SimSun"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SimSun"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SimSun"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SimSun"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SimSun" panose="02010600030101010101" pitchFamily="2" charset="-122"/>
                <a:cs typeface="+mn-cs"/>
              </a:rPr>
              <a:t>第五级</a:t>
            </a:r>
          </a:p>
        </p:txBody>
      </p:sp>
      <p:sp>
        <p:nvSpPr>
          <p:cNvPr id="2054" name="页脚占位符 5"/>
          <p:cNvSpPr>
            <a:spLocks noGrp="1" noChangeArrowheads="1"/>
          </p:cNvSpPr>
          <p:nvPr>
            <p:ph type="ftr" sz="quarter" idx="4"/>
          </p:nvPr>
        </p:nvSpPr>
        <p:spPr bwMode="auto">
          <a:xfrm>
            <a:off x="0" y="8685213"/>
            <a:ext cx="29718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buFont typeface="Arial" panose="020B0604020202020204" pitchFamily="34" charset="0"/>
              <a:buNone/>
              <a:defRPr sz="1200" smtClean="0">
                <a:latin typeface="Arial" panose="020B0604020202020204" pitchFamily="34" charset="0"/>
                <a:ea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cs typeface="+mn-cs"/>
            </a:endParaRPr>
          </a:p>
        </p:txBody>
      </p:sp>
      <p:sp>
        <p:nvSpPr>
          <p:cNvPr id="2055" name="灯片编号占位符 6"/>
          <p:cNvSpPr>
            <a:spLocks noGrp="1" noChangeArrowheads="1"/>
          </p:cNvSpPr>
          <p:nvPr>
            <p:ph type="sldNum" sz="quarter" idx="5"/>
          </p:nvPr>
        </p:nvSpPr>
        <p:spPr bwMode="auto">
          <a:xfrm>
            <a:off x="3884613" y="8685213"/>
            <a:ext cx="29718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buFont typeface="Arial" panose="020B0604020202020204" pitchFamily="34" charset="0"/>
              <a:buNone/>
              <a:defRPr sz="1200" smtClean="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EF88AD3-6D81-4AA0-8DCD-686427106EE8}"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Arial" panose="020B0604020202020204" pitchFamily="34" charset="0"/>
                <a:cs typeface="+mn-cs"/>
              </a:rPr>
              <a:t>‹#›</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Arial" panose="020B0604020202020204" pitchFamily="34" charset="0"/>
              <a:cs typeface="+mn-cs"/>
            </a:endParaRPr>
          </a:p>
        </p:txBody>
      </p:sp>
    </p:spTree>
    <p:extLst>
      <p:ext uri="{BB962C8B-B14F-4D97-AF65-F5344CB8AC3E}">
        <p14:creationId xmlns:p14="http://schemas.microsoft.com/office/powerpoint/2010/main" val="2998472567"/>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Arial" panose="020B0604020202020204" pitchFamily="34" charset="0"/>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Arial" panose="020B0604020202020204" pitchFamily="34" charset="0"/>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Arial" panose="020B0604020202020204" pitchFamily="34" charset="0"/>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Arial" panose="020B0604020202020204" pitchFamily="34" charset="0"/>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Arial" panose="020B0604020202020204" pitchFamily="34"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81272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Text Placeholder 2"/>
          <p:cNvSpPr>
            <a:spLocks noGrp="1"/>
          </p:cNvSpPr>
          <p:nvPr>
            <p:ph type="body" idx="3"/>
          </p:nvPr>
        </p:nvSpPr>
        <p:spPr/>
        <p:txBody>
          <a:bodyPr/>
          <a:lstStyle/>
          <a:p>
            <a:endParaRPr lang="en-US"/>
          </a:p>
        </p:txBody>
      </p:sp>
    </p:spTree>
    <p:extLst>
      <p:ext uri="{BB962C8B-B14F-4D97-AF65-F5344CB8AC3E}">
        <p14:creationId xmlns:p14="http://schemas.microsoft.com/office/powerpoint/2010/main" val="4144759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22D9A23-C039-470A-9A93-C5E9047BF5EA}" type="slidenum">
              <a:rPr kumimoji="0" lang="zh-CN" altLang="en-US" sz="1200" b="0" i="0" u="none" strike="noStrike" kern="1200" cap="none" spc="0" normalizeH="0" baseline="0" noProof="0" smtClean="0">
                <a:ln>
                  <a:noFill/>
                </a:ln>
                <a:solidFill>
                  <a:srgbClr val="898989"/>
                </a:solidFill>
                <a:effectLst/>
                <a:uLnTx/>
                <a:uFillTx/>
                <a:latin typeface="+mn-lt"/>
                <a:ea typeface="Arial" panose="020B0604020202020204" pitchFamily="34" charset="0"/>
                <a:cs typeface="+mn-cs"/>
              </a:rPr>
              <a:t>‹#›</a:t>
            </a:fld>
            <a:endParaRPr kumimoji="0" lang="zh-CN" altLang="en-US" sz="1200" b="0" i="0" u="none" strike="noStrike" kern="1200" cap="none" spc="0" normalizeH="0" baseline="0" noProof="0">
              <a:ln>
                <a:noFill/>
              </a:ln>
              <a:solidFill>
                <a:srgbClr val="898989"/>
              </a:solidFill>
              <a:effectLst/>
              <a:uLnTx/>
              <a:uFillTx/>
              <a:latin typeface="+mn-lt"/>
              <a:ea typeface="Arial" panose="020B0604020202020204" pitchFamily="34" charset="0"/>
              <a:cs typeface="+mn-cs"/>
            </a:endParaRPr>
          </a:p>
        </p:txBody>
      </p:sp>
    </p:spTree>
    <p:extLst>
      <p:ext uri="{BB962C8B-B14F-4D97-AF65-F5344CB8AC3E}">
        <p14:creationId xmlns:p14="http://schemas.microsoft.com/office/powerpoint/2010/main" val="292882271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22D9A23-C039-470A-9A93-C5E9047BF5EA}" type="slidenum">
              <a:rPr kumimoji="0" lang="zh-CN" altLang="en-US" sz="1200" b="0" i="0" u="none" strike="noStrike" kern="1200" cap="none" spc="0" normalizeH="0" baseline="0" noProof="0" smtClean="0">
                <a:ln>
                  <a:noFill/>
                </a:ln>
                <a:solidFill>
                  <a:srgbClr val="898989"/>
                </a:solidFill>
                <a:effectLst/>
                <a:uLnTx/>
                <a:uFillTx/>
                <a:latin typeface="+mn-lt"/>
                <a:ea typeface="Arial" panose="020B0604020202020204" pitchFamily="34" charset="0"/>
                <a:cs typeface="+mn-cs"/>
              </a:rPr>
              <a:t>‹#›</a:t>
            </a:fld>
            <a:endParaRPr kumimoji="0" lang="zh-CN" altLang="en-US" sz="1200" b="0" i="0" u="none" strike="noStrike" kern="1200" cap="none" spc="0" normalizeH="0" baseline="0" noProof="0">
              <a:ln>
                <a:noFill/>
              </a:ln>
              <a:solidFill>
                <a:srgbClr val="898989"/>
              </a:solidFill>
              <a:effectLst/>
              <a:uLnTx/>
              <a:uFillTx/>
              <a:latin typeface="+mn-lt"/>
              <a:ea typeface="Arial" panose="020B0604020202020204" pitchFamily="34" charset="0"/>
              <a:cs typeface="+mn-cs"/>
            </a:endParaRPr>
          </a:p>
        </p:txBody>
      </p:sp>
    </p:spTree>
    <p:extLst>
      <p:ext uri="{BB962C8B-B14F-4D97-AF65-F5344CB8AC3E}">
        <p14:creationId xmlns:p14="http://schemas.microsoft.com/office/powerpoint/2010/main" val="27939466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22D9A23-C039-470A-9A93-C5E9047BF5EA}" type="slidenum">
              <a:rPr kumimoji="0" lang="zh-CN" altLang="en-US" sz="1200" b="0" i="0" u="none" strike="noStrike" kern="1200" cap="none" spc="0" normalizeH="0" baseline="0" noProof="0" smtClean="0">
                <a:ln>
                  <a:noFill/>
                </a:ln>
                <a:solidFill>
                  <a:srgbClr val="898989"/>
                </a:solidFill>
                <a:effectLst/>
                <a:uLnTx/>
                <a:uFillTx/>
                <a:latin typeface="+mn-lt"/>
                <a:ea typeface="Arial" panose="020B0604020202020204" pitchFamily="34" charset="0"/>
                <a:cs typeface="+mn-cs"/>
              </a:rPr>
              <a:t>‹#›</a:t>
            </a:fld>
            <a:endParaRPr kumimoji="0" lang="zh-CN" altLang="en-US" sz="1200" b="0" i="0" u="none" strike="noStrike" kern="1200" cap="none" spc="0" normalizeH="0" baseline="0" noProof="0">
              <a:ln>
                <a:noFill/>
              </a:ln>
              <a:solidFill>
                <a:srgbClr val="898989"/>
              </a:solidFill>
              <a:effectLst/>
              <a:uLnTx/>
              <a:uFillTx/>
              <a:latin typeface="+mn-lt"/>
              <a:ea typeface="Arial" panose="020B0604020202020204" pitchFamily="34" charset="0"/>
              <a:cs typeface="+mn-cs"/>
            </a:endParaRPr>
          </a:p>
        </p:txBody>
      </p:sp>
    </p:spTree>
    <p:extLst>
      <p:ext uri="{BB962C8B-B14F-4D97-AF65-F5344CB8AC3E}">
        <p14:creationId xmlns:p14="http://schemas.microsoft.com/office/powerpoint/2010/main" val="365755865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22D9A23-C039-470A-9A93-C5E9047BF5EA}" type="slidenum">
              <a:rPr kumimoji="0" lang="zh-CN" altLang="en-US" sz="1200" b="0" i="0" u="none" strike="noStrike" kern="1200" cap="none" spc="0" normalizeH="0" baseline="0" noProof="0" smtClean="0">
                <a:ln>
                  <a:noFill/>
                </a:ln>
                <a:solidFill>
                  <a:srgbClr val="898989"/>
                </a:solidFill>
                <a:effectLst/>
                <a:uLnTx/>
                <a:uFillTx/>
                <a:latin typeface="+mn-lt"/>
                <a:ea typeface="Arial" panose="020B0604020202020204" pitchFamily="34" charset="0"/>
                <a:cs typeface="+mn-cs"/>
              </a:rPr>
              <a:t>‹#›</a:t>
            </a:fld>
            <a:endParaRPr kumimoji="0" lang="zh-CN" altLang="en-US" sz="1200" b="0" i="0" u="none" strike="noStrike" kern="1200" cap="none" spc="0" normalizeH="0" baseline="0" noProof="0">
              <a:ln>
                <a:noFill/>
              </a:ln>
              <a:solidFill>
                <a:srgbClr val="898989"/>
              </a:solidFill>
              <a:effectLst/>
              <a:uLnTx/>
              <a:uFillTx/>
              <a:latin typeface="+mn-lt"/>
              <a:ea typeface="Arial" panose="020B0604020202020204" pitchFamily="34" charset="0"/>
              <a:cs typeface="+mn-cs"/>
            </a:endParaRPr>
          </a:p>
        </p:txBody>
      </p:sp>
    </p:spTree>
    <p:extLst>
      <p:ext uri="{BB962C8B-B14F-4D97-AF65-F5344CB8AC3E}">
        <p14:creationId xmlns:p14="http://schemas.microsoft.com/office/powerpoint/2010/main" val="195957269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22D9A23-C039-470A-9A93-C5E9047BF5EA}" type="slidenum">
              <a:rPr kumimoji="0" lang="zh-CN" altLang="en-US" sz="1200" b="0" i="0" u="none" strike="noStrike" kern="1200" cap="none" spc="0" normalizeH="0" baseline="0" noProof="0" smtClean="0">
                <a:ln>
                  <a:noFill/>
                </a:ln>
                <a:solidFill>
                  <a:srgbClr val="898989"/>
                </a:solidFill>
                <a:effectLst/>
                <a:uLnTx/>
                <a:uFillTx/>
                <a:latin typeface="+mn-lt"/>
                <a:ea typeface="Arial" panose="020B0604020202020204" pitchFamily="34" charset="0"/>
                <a:cs typeface="+mn-cs"/>
              </a:rPr>
              <a:t>‹#›</a:t>
            </a:fld>
            <a:endParaRPr kumimoji="0" lang="zh-CN" altLang="en-US" sz="1200" b="0" i="0" u="none" strike="noStrike" kern="1200" cap="none" spc="0" normalizeH="0" baseline="0" noProof="0">
              <a:ln>
                <a:noFill/>
              </a:ln>
              <a:solidFill>
                <a:srgbClr val="898989"/>
              </a:solidFill>
              <a:effectLst/>
              <a:uLnTx/>
              <a:uFillTx/>
              <a:latin typeface="+mn-lt"/>
              <a:ea typeface="Arial" panose="020B0604020202020204" pitchFamily="34" charset="0"/>
              <a:cs typeface="+mn-cs"/>
            </a:endParaRPr>
          </a:p>
        </p:txBody>
      </p:sp>
    </p:spTree>
    <p:extLst>
      <p:ext uri="{BB962C8B-B14F-4D97-AF65-F5344CB8AC3E}">
        <p14:creationId xmlns:p14="http://schemas.microsoft.com/office/powerpoint/2010/main" val="50379935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22D9A23-C039-470A-9A93-C5E9047BF5EA}" type="slidenum">
              <a:rPr kumimoji="0" lang="zh-CN" altLang="en-US" sz="1200" b="0" i="0" u="none" strike="noStrike" kern="1200" cap="none" spc="0" normalizeH="0" baseline="0" noProof="0" smtClean="0">
                <a:ln>
                  <a:noFill/>
                </a:ln>
                <a:solidFill>
                  <a:srgbClr val="898989"/>
                </a:solidFill>
                <a:effectLst/>
                <a:uLnTx/>
                <a:uFillTx/>
                <a:latin typeface="+mn-lt"/>
                <a:ea typeface="Arial" panose="020B0604020202020204" pitchFamily="34" charset="0"/>
                <a:cs typeface="+mn-cs"/>
              </a:rPr>
              <a:t>‹#›</a:t>
            </a:fld>
            <a:endParaRPr kumimoji="0" lang="zh-CN" altLang="en-US" sz="1200" b="0" i="0" u="none" strike="noStrike" kern="1200" cap="none" spc="0" normalizeH="0" baseline="0" noProof="0">
              <a:ln>
                <a:noFill/>
              </a:ln>
              <a:solidFill>
                <a:srgbClr val="898989"/>
              </a:solidFill>
              <a:effectLst/>
              <a:uLnTx/>
              <a:uFillTx/>
              <a:latin typeface="+mn-lt"/>
              <a:ea typeface="Arial" panose="020B0604020202020204" pitchFamily="34" charset="0"/>
              <a:cs typeface="+mn-cs"/>
            </a:endParaRPr>
          </a:p>
        </p:txBody>
      </p:sp>
    </p:spTree>
    <p:extLst>
      <p:ext uri="{BB962C8B-B14F-4D97-AF65-F5344CB8AC3E}">
        <p14:creationId xmlns:p14="http://schemas.microsoft.com/office/powerpoint/2010/main" val="420667817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22D9A23-C039-470A-9A93-C5E9047BF5EA}" type="slidenum">
              <a:rPr kumimoji="0" lang="zh-CN" altLang="en-US" sz="1200" b="0" i="0" u="none" strike="noStrike" kern="1200" cap="none" spc="0" normalizeH="0" baseline="0" noProof="0" smtClean="0">
                <a:ln>
                  <a:noFill/>
                </a:ln>
                <a:solidFill>
                  <a:srgbClr val="898989"/>
                </a:solidFill>
                <a:effectLst/>
                <a:uLnTx/>
                <a:uFillTx/>
                <a:latin typeface="+mn-lt"/>
                <a:ea typeface="Arial" panose="020B0604020202020204" pitchFamily="34" charset="0"/>
                <a:cs typeface="+mn-cs"/>
              </a:rPr>
              <a:t>‹#›</a:t>
            </a:fld>
            <a:endParaRPr kumimoji="0" lang="zh-CN" altLang="en-US" sz="1200" b="0" i="0" u="none" strike="noStrike" kern="1200" cap="none" spc="0" normalizeH="0" baseline="0" noProof="0">
              <a:ln>
                <a:noFill/>
              </a:ln>
              <a:solidFill>
                <a:srgbClr val="898989"/>
              </a:solidFill>
              <a:effectLst/>
              <a:uLnTx/>
              <a:uFillTx/>
              <a:latin typeface="+mn-lt"/>
              <a:ea typeface="Arial" panose="020B0604020202020204" pitchFamily="34" charset="0"/>
              <a:cs typeface="+mn-cs"/>
            </a:endParaRPr>
          </a:p>
        </p:txBody>
      </p:sp>
    </p:spTree>
    <p:extLst>
      <p:ext uri="{BB962C8B-B14F-4D97-AF65-F5344CB8AC3E}">
        <p14:creationId xmlns:p14="http://schemas.microsoft.com/office/powerpoint/2010/main" val="164663601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22D9A23-C039-470A-9A93-C5E9047BF5EA}" type="slidenum">
              <a:rPr kumimoji="0" lang="zh-CN" altLang="en-US" sz="1200" b="0" i="0" u="none" strike="noStrike" kern="1200" cap="none" spc="0" normalizeH="0" baseline="0" noProof="0" smtClean="0">
                <a:ln>
                  <a:noFill/>
                </a:ln>
                <a:solidFill>
                  <a:srgbClr val="898989"/>
                </a:solidFill>
                <a:effectLst/>
                <a:uLnTx/>
                <a:uFillTx/>
                <a:latin typeface="+mn-lt"/>
                <a:ea typeface="Arial" panose="020B0604020202020204" pitchFamily="34" charset="0"/>
                <a:cs typeface="+mn-cs"/>
              </a:rPr>
              <a:t>‹#›</a:t>
            </a:fld>
            <a:endParaRPr kumimoji="0" lang="zh-CN" altLang="en-US" sz="1200" b="0" i="0" u="none" strike="noStrike" kern="1200" cap="none" spc="0" normalizeH="0" baseline="0" noProof="0">
              <a:ln>
                <a:noFill/>
              </a:ln>
              <a:solidFill>
                <a:srgbClr val="898989"/>
              </a:solidFill>
              <a:effectLst/>
              <a:uLnTx/>
              <a:uFillTx/>
              <a:latin typeface="+mn-lt"/>
              <a:ea typeface="Arial" panose="020B0604020202020204" pitchFamily="34" charset="0"/>
              <a:cs typeface="+mn-cs"/>
            </a:endParaRPr>
          </a:p>
        </p:txBody>
      </p:sp>
    </p:spTree>
    <p:extLst>
      <p:ext uri="{BB962C8B-B14F-4D97-AF65-F5344CB8AC3E}">
        <p14:creationId xmlns:p14="http://schemas.microsoft.com/office/powerpoint/2010/main" val="165117573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6" name="Footer Placeholder 5"/>
          <p:cNvSpPr>
            <a:spLocks noGrp="1"/>
          </p:cNvSpPr>
          <p:nvPr>
            <p:ph type="ftr" sz="quarter" idx="11"/>
          </p:nvPr>
        </p:nvSpPr>
        <p:spPr>
          <a:xfrm>
            <a:off x="1141412" y="5883275"/>
            <a:ext cx="5105400" cy="365125"/>
          </a:xfrm>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7" name="Slide Number Placeholder 6"/>
          <p:cNvSpPr>
            <a:spLocks noGrp="1"/>
          </p:cNvSpPr>
          <p:nvPr>
            <p:ph type="sldNum" sz="quarter" idx="12"/>
          </p:nvPr>
        </p:nvSpPr>
        <p:spPr>
          <a:xfrm>
            <a:off x="10742612" y="5883275"/>
            <a:ext cx="322567" cy="365125"/>
          </a:xfrm>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22D9A23-C039-470A-9A93-C5E9047BF5EA}" type="slidenum">
              <a:rPr kumimoji="0" lang="zh-CN" altLang="en-US" sz="1200" b="0" i="0" u="none" strike="noStrike" kern="1200" cap="none" spc="0" normalizeH="0" baseline="0" noProof="0" smtClean="0">
                <a:ln>
                  <a:noFill/>
                </a:ln>
                <a:solidFill>
                  <a:srgbClr val="898989"/>
                </a:solidFill>
                <a:effectLst/>
                <a:uLnTx/>
                <a:uFillTx/>
                <a:latin typeface="+mn-lt"/>
                <a:ea typeface="Arial" panose="020B0604020202020204" pitchFamily="34" charset="0"/>
                <a:cs typeface="+mn-cs"/>
              </a:rPr>
              <a:t>‹#›</a:t>
            </a:fld>
            <a:endParaRPr kumimoji="0" lang="zh-CN" altLang="en-US" sz="1200" b="0" i="0" u="none" strike="noStrike" kern="1200" cap="none" spc="0" normalizeH="0" baseline="0" noProof="0">
              <a:ln>
                <a:noFill/>
              </a:ln>
              <a:solidFill>
                <a:srgbClr val="898989"/>
              </a:solidFill>
              <a:effectLst/>
              <a:uLnTx/>
              <a:uFillTx/>
              <a:latin typeface="+mn-lt"/>
              <a:ea typeface="Arial" panose="020B0604020202020204" pitchFamily="34" charset="0"/>
              <a:cs typeface="+mn-cs"/>
            </a:endParaRPr>
          </a:p>
        </p:txBody>
      </p:sp>
    </p:spTree>
    <p:extLst>
      <p:ext uri="{BB962C8B-B14F-4D97-AF65-F5344CB8AC3E}">
        <p14:creationId xmlns:p14="http://schemas.microsoft.com/office/powerpoint/2010/main" val="316556056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22D9A23-C039-470A-9A93-C5E9047BF5EA}" type="slidenum">
              <a:rPr kumimoji="0" lang="zh-CN" altLang="en-US" sz="1200" b="0" i="0" u="none" strike="noStrike" kern="1200" cap="none" spc="0" normalizeH="0" baseline="0" noProof="0" smtClean="0">
                <a:ln>
                  <a:noFill/>
                </a:ln>
                <a:solidFill>
                  <a:srgbClr val="898989"/>
                </a:solidFill>
                <a:effectLst/>
                <a:uLnTx/>
                <a:uFillTx/>
                <a:latin typeface="+mn-lt"/>
                <a:ea typeface="Arial" panose="020B0604020202020204" pitchFamily="34" charset="0"/>
                <a:cs typeface="+mn-cs"/>
              </a:rPr>
              <a:t>‹#›</a:t>
            </a:fld>
            <a:endParaRPr kumimoji="0" lang="zh-CN" altLang="en-US" sz="1200" b="0" i="0" u="none" strike="noStrike" kern="1200" cap="none" spc="0" normalizeH="0" baseline="0" noProof="0">
              <a:ln>
                <a:noFill/>
              </a:ln>
              <a:solidFill>
                <a:srgbClr val="898989"/>
              </a:solidFill>
              <a:effectLst/>
              <a:uLnTx/>
              <a:uFillTx/>
              <a:latin typeface="+mn-lt"/>
              <a:ea typeface="Arial" panose="020B0604020202020204" pitchFamily="34" charset="0"/>
              <a:cs typeface="+mn-cs"/>
            </a:endParaRPr>
          </a:p>
        </p:txBody>
      </p:sp>
    </p:spTree>
    <p:extLst>
      <p:ext uri="{BB962C8B-B14F-4D97-AF65-F5344CB8AC3E}">
        <p14:creationId xmlns:p14="http://schemas.microsoft.com/office/powerpoint/2010/main" val="96209130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22D9A23-C039-470A-9A93-C5E9047BF5EA}" type="slidenum">
              <a:rPr kumimoji="0" lang="zh-CN" altLang="en-US" sz="1200" b="0" i="0" u="none" strike="noStrike" kern="1200" cap="none" spc="0" normalizeH="0" baseline="0" noProof="0" smtClean="0">
                <a:ln>
                  <a:noFill/>
                </a:ln>
                <a:solidFill>
                  <a:srgbClr val="898989"/>
                </a:solidFill>
                <a:effectLst/>
                <a:uLnTx/>
                <a:uFillTx/>
                <a:latin typeface="+mn-lt"/>
                <a:ea typeface="Arial" panose="020B0604020202020204" pitchFamily="34" charset="0"/>
                <a:cs typeface="+mn-cs"/>
              </a:rPr>
              <a:t>‹#›</a:t>
            </a:fld>
            <a:endParaRPr kumimoji="0" lang="zh-CN" altLang="en-US" sz="1200" b="0" i="0" u="none" strike="noStrike" kern="1200" cap="none" spc="0" normalizeH="0" baseline="0" noProof="0">
              <a:ln>
                <a:noFill/>
              </a:ln>
              <a:solidFill>
                <a:srgbClr val="898989"/>
              </a:solidFill>
              <a:effectLst/>
              <a:uLnTx/>
              <a:uFillTx/>
              <a:latin typeface="+mn-lt"/>
              <a:ea typeface="Arial" panose="020B0604020202020204" pitchFamily="34" charset="0"/>
              <a:cs typeface="+mn-cs"/>
            </a:endParaRPr>
          </a:p>
        </p:txBody>
      </p:sp>
    </p:spTree>
    <p:extLst>
      <p:ext uri="{BB962C8B-B14F-4D97-AF65-F5344CB8AC3E}">
        <p14:creationId xmlns:p14="http://schemas.microsoft.com/office/powerpoint/2010/main" val="145406285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22D9A23-C039-470A-9A93-C5E9047BF5EA}" type="slidenum">
              <a:rPr kumimoji="0" lang="zh-CN" altLang="en-US" sz="1200" b="0" i="0" u="none" strike="noStrike" kern="1200" cap="none" spc="0" normalizeH="0" baseline="0" noProof="0" smtClean="0">
                <a:ln>
                  <a:noFill/>
                </a:ln>
                <a:solidFill>
                  <a:srgbClr val="898989"/>
                </a:solidFill>
                <a:effectLst/>
                <a:uLnTx/>
                <a:uFillTx/>
                <a:latin typeface="+mn-lt"/>
                <a:ea typeface="Arial" panose="020B0604020202020204" pitchFamily="34" charset="0"/>
                <a:cs typeface="+mn-cs"/>
              </a:rPr>
              <a:t>‹#›</a:t>
            </a:fld>
            <a:endParaRPr kumimoji="0" lang="zh-CN" altLang="en-US" sz="1200" b="0" i="0" u="none" strike="noStrike" kern="1200" cap="none" spc="0" normalizeH="0" baseline="0" noProof="0">
              <a:ln>
                <a:noFill/>
              </a:ln>
              <a:solidFill>
                <a:srgbClr val="898989"/>
              </a:solidFill>
              <a:effectLst/>
              <a:uLnTx/>
              <a:uFillTx/>
              <a:latin typeface="+mn-lt"/>
              <a:ea typeface="Arial" panose="020B0604020202020204" pitchFamily="34" charset="0"/>
              <a:cs typeface="+mn-cs"/>
            </a:endParaRPr>
          </a:p>
        </p:txBody>
      </p:sp>
    </p:spTree>
    <p:extLst>
      <p:ext uri="{BB962C8B-B14F-4D97-AF65-F5344CB8AC3E}">
        <p14:creationId xmlns:p14="http://schemas.microsoft.com/office/powerpoint/2010/main" val="79906512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22D9A23-C039-470A-9A93-C5E9047BF5EA}" type="slidenum">
              <a:rPr kumimoji="0" lang="zh-CN" altLang="en-US" sz="1200" b="0" i="0" u="none" strike="noStrike" kern="1200" cap="none" spc="0" normalizeH="0" baseline="0" noProof="0" smtClean="0">
                <a:ln>
                  <a:noFill/>
                </a:ln>
                <a:solidFill>
                  <a:srgbClr val="898989"/>
                </a:solidFill>
                <a:effectLst/>
                <a:uLnTx/>
                <a:uFillTx/>
                <a:latin typeface="+mn-lt"/>
                <a:ea typeface="Arial" panose="020B0604020202020204" pitchFamily="34" charset="0"/>
                <a:cs typeface="+mn-cs"/>
              </a:rPr>
              <a:t>‹#›</a:t>
            </a:fld>
            <a:endParaRPr kumimoji="0" lang="zh-CN" altLang="en-US" sz="1200" b="0" i="0" u="none" strike="noStrike" kern="1200" cap="none" spc="0" normalizeH="0" baseline="0" noProof="0">
              <a:ln>
                <a:noFill/>
              </a:ln>
              <a:solidFill>
                <a:srgbClr val="898989"/>
              </a:solidFill>
              <a:effectLst/>
              <a:uLnTx/>
              <a:uFillTx/>
              <a:latin typeface="+mn-lt"/>
              <a:ea typeface="Arial" panose="020B0604020202020204" pitchFamily="34" charset="0"/>
              <a:cs typeface="+mn-cs"/>
            </a:endParaRPr>
          </a:p>
        </p:txBody>
      </p:sp>
    </p:spTree>
    <p:extLst>
      <p:ext uri="{BB962C8B-B14F-4D97-AF65-F5344CB8AC3E}">
        <p14:creationId xmlns:p14="http://schemas.microsoft.com/office/powerpoint/2010/main" val="377116403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22D9A23-C039-470A-9A93-C5E9047BF5EA}" type="slidenum">
              <a:rPr kumimoji="0" lang="zh-CN" altLang="en-US" sz="1200" b="0" i="0" u="none" strike="noStrike" kern="1200" cap="none" spc="0" normalizeH="0" baseline="0" noProof="0" smtClean="0">
                <a:ln>
                  <a:noFill/>
                </a:ln>
                <a:solidFill>
                  <a:srgbClr val="898989"/>
                </a:solidFill>
                <a:effectLst/>
                <a:uLnTx/>
                <a:uFillTx/>
                <a:latin typeface="+mn-lt"/>
                <a:ea typeface="Arial" panose="020B0604020202020204" pitchFamily="34" charset="0"/>
                <a:cs typeface="+mn-cs"/>
              </a:rPr>
              <a:t>‹#›</a:t>
            </a:fld>
            <a:endParaRPr kumimoji="0" lang="zh-CN" altLang="en-US" sz="1200" b="0" i="0" u="none" strike="noStrike" kern="1200" cap="none" spc="0" normalizeH="0" baseline="0" noProof="0">
              <a:ln>
                <a:noFill/>
              </a:ln>
              <a:solidFill>
                <a:srgbClr val="898989"/>
              </a:solidFill>
              <a:effectLst/>
              <a:uLnTx/>
              <a:uFillTx/>
              <a:latin typeface="+mn-lt"/>
              <a:ea typeface="Arial" panose="020B0604020202020204" pitchFamily="34" charset="0"/>
              <a:cs typeface="+mn-cs"/>
            </a:endParaRPr>
          </a:p>
        </p:txBody>
      </p:sp>
    </p:spTree>
    <p:extLst>
      <p:ext uri="{BB962C8B-B14F-4D97-AF65-F5344CB8AC3E}">
        <p14:creationId xmlns:p14="http://schemas.microsoft.com/office/powerpoint/2010/main" val="272547933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22D9A23-C039-470A-9A93-C5E9047BF5EA}" type="slidenum">
              <a:rPr kumimoji="0" lang="zh-CN" altLang="en-US" sz="1200" b="0" i="0" u="none" strike="noStrike" kern="1200" cap="none" spc="0" normalizeH="0" baseline="0" noProof="0" smtClean="0">
                <a:ln>
                  <a:noFill/>
                </a:ln>
                <a:solidFill>
                  <a:srgbClr val="898989"/>
                </a:solidFill>
                <a:effectLst/>
                <a:uLnTx/>
                <a:uFillTx/>
                <a:latin typeface="+mn-lt"/>
                <a:ea typeface="Arial" panose="020B0604020202020204" pitchFamily="34" charset="0"/>
                <a:cs typeface="+mn-cs"/>
              </a:rPr>
              <a:t>‹#›</a:t>
            </a:fld>
            <a:endParaRPr kumimoji="0" lang="zh-CN" altLang="en-US" sz="1200" b="0" i="0" u="none" strike="noStrike" kern="1200" cap="none" spc="0" normalizeH="0" baseline="0" noProof="0">
              <a:ln>
                <a:noFill/>
              </a:ln>
              <a:solidFill>
                <a:srgbClr val="898989"/>
              </a:solidFill>
              <a:effectLst/>
              <a:uLnTx/>
              <a:uFillTx/>
              <a:latin typeface="+mn-lt"/>
              <a:ea typeface="Arial" panose="020B0604020202020204" pitchFamily="34" charset="0"/>
              <a:cs typeface="+mn-cs"/>
            </a:endParaRPr>
          </a:p>
        </p:txBody>
      </p:sp>
    </p:spTree>
    <p:extLst>
      <p:ext uri="{BB962C8B-B14F-4D97-AF65-F5344CB8AC3E}">
        <p14:creationId xmlns:p14="http://schemas.microsoft.com/office/powerpoint/2010/main" val="293924267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22D9A23-C039-470A-9A93-C5E9047BF5EA}" type="slidenum">
              <a:rPr kumimoji="0" lang="zh-CN" altLang="en-US" sz="1200" b="0" i="0" u="none" strike="noStrike" kern="1200" cap="none" spc="0" normalizeH="0" baseline="0" noProof="0" smtClean="0">
                <a:ln>
                  <a:noFill/>
                </a:ln>
                <a:solidFill>
                  <a:srgbClr val="898989"/>
                </a:solidFill>
                <a:effectLst/>
                <a:uLnTx/>
                <a:uFillTx/>
                <a:latin typeface="+mn-lt"/>
                <a:ea typeface="Arial" panose="020B0604020202020204" pitchFamily="34" charset="0"/>
                <a:cs typeface="+mn-cs"/>
              </a:rPr>
              <a:t>‹#›</a:t>
            </a:fld>
            <a:endParaRPr kumimoji="0" lang="zh-CN" altLang="en-US" sz="1200" b="0" i="0" u="none" strike="noStrike" kern="1200" cap="none" spc="0" normalizeH="0" baseline="0" noProof="0">
              <a:ln>
                <a:noFill/>
              </a:ln>
              <a:solidFill>
                <a:srgbClr val="898989"/>
              </a:solidFill>
              <a:effectLst/>
              <a:uLnTx/>
              <a:uFillTx/>
              <a:latin typeface="+mn-lt"/>
              <a:ea typeface="Arial" panose="020B0604020202020204" pitchFamily="34" charset="0"/>
              <a:cs typeface="+mn-cs"/>
            </a:endParaRPr>
          </a:p>
        </p:txBody>
      </p:sp>
    </p:spTree>
    <p:extLst>
      <p:ext uri="{BB962C8B-B14F-4D97-AF65-F5344CB8AC3E}">
        <p14:creationId xmlns:p14="http://schemas.microsoft.com/office/powerpoint/2010/main" val="390650011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22D9A23-C039-470A-9A93-C5E9047BF5EA}" type="slidenum">
              <a:rPr kumimoji="0" lang="zh-CN" altLang="en-US" sz="1200" b="0" i="0" u="none" strike="noStrike" kern="1200" cap="none" spc="0" normalizeH="0" baseline="0" noProof="0" smtClean="0">
                <a:ln>
                  <a:noFill/>
                </a:ln>
                <a:solidFill>
                  <a:srgbClr val="898989"/>
                </a:solidFill>
                <a:effectLst/>
                <a:uLnTx/>
                <a:uFillTx/>
                <a:latin typeface="+mn-lt"/>
                <a:ea typeface="Arial" panose="020B0604020202020204" pitchFamily="34" charset="0"/>
                <a:cs typeface="+mn-cs"/>
              </a:rPr>
              <a:t>‹#›</a:t>
            </a:fld>
            <a:endParaRPr kumimoji="0" lang="zh-CN" altLang="en-US" sz="1200" b="0" i="0" u="none" strike="noStrike" kern="1200" cap="none" spc="0" normalizeH="0" baseline="0" noProof="0">
              <a:ln>
                <a:noFill/>
              </a:ln>
              <a:solidFill>
                <a:srgbClr val="898989"/>
              </a:solidFill>
              <a:effectLst/>
              <a:uLnTx/>
              <a:uFillTx/>
              <a:latin typeface="+mn-lt"/>
              <a:ea typeface="Arial" panose="020B0604020202020204" pitchFamily="34" charset="0"/>
              <a:cs typeface="+mn-cs"/>
            </a:endParaRPr>
          </a:p>
        </p:txBody>
      </p:sp>
    </p:spTree>
    <p:extLst>
      <p:ext uri="{BB962C8B-B14F-4D97-AF65-F5344CB8AC3E}">
        <p14:creationId xmlns:p14="http://schemas.microsoft.com/office/powerpoint/2010/main" val="1633573722"/>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898989"/>
              </a:solidFill>
              <a:effectLst/>
              <a:uLnTx/>
              <a:uFillTx/>
              <a:latin typeface="+mn-lt"/>
              <a:cs typeface="+mn-cs"/>
            </a:endParaRPr>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22D9A23-C039-470A-9A93-C5E9047BF5EA}" type="slidenum">
              <a:rPr kumimoji="0" lang="zh-CN" altLang="en-US" sz="1200" b="0" i="0" u="none" strike="noStrike" kern="1200" cap="none" spc="0" normalizeH="0" baseline="0" noProof="0" smtClean="0">
                <a:ln>
                  <a:noFill/>
                </a:ln>
                <a:solidFill>
                  <a:srgbClr val="898989"/>
                </a:solidFill>
                <a:effectLst/>
                <a:uLnTx/>
                <a:uFillTx/>
                <a:latin typeface="+mn-lt"/>
                <a:ea typeface="Arial" panose="020B0604020202020204" pitchFamily="34" charset="0"/>
                <a:cs typeface="+mn-cs"/>
              </a:rPr>
              <a:t>‹#›</a:t>
            </a:fld>
            <a:endParaRPr kumimoji="0" lang="zh-CN" altLang="en-US" sz="1200" b="0" i="0" u="none" strike="noStrike" kern="1200" cap="none" spc="0" normalizeH="0" baseline="0" noProof="0">
              <a:ln>
                <a:noFill/>
              </a:ln>
              <a:solidFill>
                <a:srgbClr val="898989"/>
              </a:solidFill>
              <a:effectLst/>
              <a:uLnTx/>
              <a:uFillTx/>
              <a:latin typeface="+mn-lt"/>
              <a:ea typeface="Arial" panose="020B0604020202020204" pitchFamily="34" charset="0"/>
              <a:cs typeface="+mn-cs"/>
            </a:endParaRPr>
          </a:p>
        </p:txBody>
      </p:sp>
    </p:spTree>
    <p:extLst>
      <p:ext uri="{BB962C8B-B14F-4D97-AF65-F5344CB8AC3E}">
        <p14:creationId xmlns:p14="http://schemas.microsoft.com/office/powerpoint/2010/main" val="241323076"/>
      </p:ext>
    </p:extLst>
  </p:cSld>
  <p:clrMap bg1="dk1" tx1="lt1" bg2="dk2" tx2="lt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 id="2147483798" r:id="rId12"/>
    <p:sldLayoutId id="2147483799" r:id="rId13"/>
    <p:sldLayoutId id="2147483800" r:id="rId14"/>
    <p:sldLayoutId id="2147483801" r:id="rId15"/>
    <p:sldLayoutId id="2147483802" r:id="rId16"/>
    <p:sldLayoutId id="2147483803" r:id="rId17"/>
  </p:sldLayoutIdLst>
  <p:hf sldNum="0" hdr="0" ftr="0" dt="0"/>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NUL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NUL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7" name="组合 1"/>
          <p:cNvGrpSpPr/>
          <p:nvPr/>
        </p:nvGrpSpPr>
        <p:grpSpPr>
          <a:xfrm>
            <a:off x="2532644" y="1750020"/>
            <a:ext cx="6716041" cy="1004197"/>
            <a:chOff x="0" y="0"/>
            <a:chExt cx="6413500" cy="729343"/>
          </a:xfrm>
        </p:grpSpPr>
        <p:cxnSp>
          <p:nvCxnSpPr>
            <p:cNvPr id="4102" name="直接连接符 22"/>
            <p:cNvCxnSpPr/>
            <p:nvPr/>
          </p:nvCxnSpPr>
          <p:spPr>
            <a:xfrm>
              <a:off x="0" y="0"/>
              <a:ext cx="6413500" cy="0"/>
            </a:xfrm>
            <a:prstGeom prst="line">
              <a:avLst/>
            </a:prstGeom>
            <a:ln w="19050" cap="flat" cmpd="sng">
              <a:solidFill>
                <a:schemeClr val="tx1">
                  <a:alpha val="70195"/>
                </a:schemeClr>
              </a:solidFill>
              <a:prstDash val="solid"/>
              <a:round/>
              <a:headEnd type="none" w="med" len="med"/>
              <a:tailEnd type="none" w="med" len="med"/>
            </a:ln>
          </p:spPr>
        </p:cxnSp>
        <p:cxnSp>
          <p:nvCxnSpPr>
            <p:cNvPr id="4103" name="直接连接符 25"/>
            <p:cNvCxnSpPr/>
            <p:nvPr/>
          </p:nvCxnSpPr>
          <p:spPr>
            <a:xfrm flipV="1">
              <a:off x="0" y="707402"/>
              <a:ext cx="6413500" cy="21941"/>
            </a:xfrm>
            <a:prstGeom prst="line">
              <a:avLst/>
            </a:prstGeom>
            <a:ln w="19050" cap="flat" cmpd="sng">
              <a:solidFill>
                <a:schemeClr val="tx1">
                  <a:alpha val="70195"/>
                </a:schemeClr>
              </a:solidFill>
              <a:prstDash val="solid"/>
              <a:round/>
              <a:headEnd type="none" w="med" len="med"/>
              <a:tailEnd type="none" w="med" len="med"/>
            </a:ln>
          </p:spPr>
        </p:cxnSp>
      </p:grpSp>
      <p:sp>
        <p:nvSpPr>
          <p:cNvPr id="4" name="Title 3">
            <a:extLst>
              <a:ext uri="{FF2B5EF4-FFF2-40B4-BE49-F238E27FC236}">
                <a16:creationId xmlns:a16="http://schemas.microsoft.com/office/drawing/2014/main" id="{EC714B7D-4F69-835E-5FBA-93D107A752B7}"/>
              </a:ext>
            </a:extLst>
          </p:cNvPr>
          <p:cNvSpPr>
            <a:spLocks noGrp="1"/>
          </p:cNvSpPr>
          <p:nvPr>
            <p:ph type="ctrTitle"/>
          </p:nvPr>
        </p:nvSpPr>
        <p:spPr>
          <a:xfrm>
            <a:off x="1389934" y="-788408"/>
            <a:ext cx="9001462" cy="2387600"/>
          </a:xfrm>
        </p:spPr>
        <p:txBody>
          <a:bodyPr/>
          <a:lstStyle/>
          <a:p>
            <a:r>
              <a:rPr lang="en-US" dirty="0"/>
              <a:t>SOCIAL MEDIA APP</a:t>
            </a:r>
            <a:endParaRPr lang="en-IN" dirty="0"/>
          </a:p>
        </p:txBody>
      </p:sp>
      <p:sp>
        <p:nvSpPr>
          <p:cNvPr id="5" name="Subtitle 4">
            <a:extLst>
              <a:ext uri="{FF2B5EF4-FFF2-40B4-BE49-F238E27FC236}">
                <a16:creationId xmlns:a16="http://schemas.microsoft.com/office/drawing/2014/main" id="{44709631-F568-5529-2CD6-F8CA92DCB086}"/>
              </a:ext>
            </a:extLst>
          </p:cNvPr>
          <p:cNvSpPr>
            <a:spLocks noGrp="1"/>
          </p:cNvSpPr>
          <p:nvPr>
            <p:ph type="subTitle" idx="1"/>
          </p:nvPr>
        </p:nvSpPr>
        <p:spPr>
          <a:xfrm>
            <a:off x="320691" y="1750020"/>
            <a:ext cx="11139948" cy="4559340"/>
          </a:xfrm>
        </p:spPr>
        <p:txBody>
          <a:bodyPr>
            <a:normAutofit fontScale="70000" lnSpcReduction="20000"/>
          </a:bodyPr>
          <a:lstStyle/>
          <a:p>
            <a:r>
              <a:rPr lang="en-IN" sz="3500" b="1" dirty="0"/>
              <a:t>Ardent Computech</a:t>
            </a:r>
          </a:p>
          <a:p>
            <a:r>
              <a:rPr lang="en-US" altLang="zh-CN" sz="3500" b="1" dirty="0">
                <a:latin typeface="Arial" panose="020B0604020202020204" pitchFamily="34" charset="0"/>
                <a:ea typeface="Arial" panose="020B0604020202020204" pitchFamily="34" charset="0"/>
              </a:rPr>
              <a:t>DEPARTMENT COMPUTER SCIENCE</a:t>
            </a:r>
          </a:p>
          <a:p>
            <a:endParaRPr lang="en-US" altLang="zh-CN" sz="3400" b="1" dirty="0">
              <a:latin typeface="Arial" panose="020B0604020202020204" pitchFamily="34" charset="0"/>
              <a:ea typeface="Arial" panose="020B0604020202020204" pitchFamily="34" charset="0"/>
            </a:endParaRPr>
          </a:p>
          <a:p>
            <a:r>
              <a:rPr lang="en-US" altLang="zh-CN" sz="3400" b="1" dirty="0">
                <a:latin typeface="Arial" panose="020B0604020202020204" pitchFamily="34" charset="0"/>
                <a:ea typeface="Arial" panose="020B0604020202020204" pitchFamily="34" charset="0"/>
              </a:rPr>
              <a:t>MAJOR PROJECT</a:t>
            </a:r>
          </a:p>
          <a:p>
            <a:r>
              <a:rPr lang="en-US" altLang="zh-CN" sz="3400" b="1" dirty="0">
                <a:latin typeface="Arial" panose="020B0604020202020204" pitchFamily="34" charset="0"/>
                <a:ea typeface="Arial" panose="020B0604020202020204" pitchFamily="34" charset="0"/>
              </a:rPr>
              <a:t>MEMBERS:</a:t>
            </a:r>
          </a:p>
          <a:p>
            <a:r>
              <a:rPr lang="en-US" altLang="zh-CN" sz="3400" dirty="0">
                <a:latin typeface="Arial" panose="020B0604020202020204" pitchFamily="34" charset="0"/>
                <a:ea typeface="Arial" panose="020B0604020202020204" pitchFamily="34" charset="0"/>
              </a:rPr>
              <a:t>1. Sanu Mondal</a:t>
            </a:r>
          </a:p>
          <a:p>
            <a:r>
              <a:rPr lang="en-US" altLang="zh-CN" sz="3400" dirty="0">
                <a:latin typeface="Arial" panose="020B0604020202020204" pitchFamily="34" charset="0"/>
                <a:ea typeface="Arial" panose="020B0604020202020204" pitchFamily="34" charset="0"/>
              </a:rPr>
              <a:t>2. Aritra Ghosh</a:t>
            </a:r>
          </a:p>
          <a:p>
            <a:r>
              <a:rPr lang="en-US" altLang="zh-CN" sz="3400" dirty="0">
                <a:solidFill>
                  <a:srgbClr val="FFFFFF"/>
                </a:solidFill>
                <a:latin typeface="Arial" panose="020B0604020202020204" pitchFamily="34" charset="0"/>
                <a:ea typeface="Arial" panose="020B0604020202020204" pitchFamily="34" charset="0"/>
              </a:rPr>
              <a:t>3. </a:t>
            </a:r>
            <a:r>
              <a:rPr lang="en-US" altLang="zh-CN" sz="3400" dirty="0" err="1">
                <a:solidFill>
                  <a:srgbClr val="FFFFFF"/>
                </a:solidFill>
                <a:latin typeface="Arial" panose="020B0604020202020204" pitchFamily="34" charset="0"/>
                <a:ea typeface="Arial" panose="020B0604020202020204" pitchFamily="34" charset="0"/>
              </a:rPr>
              <a:t>Saumyadeep</a:t>
            </a:r>
            <a:r>
              <a:rPr lang="en-US" altLang="zh-CN" sz="3400" dirty="0">
                <a:solidFill>
                  <a:srgbClr val="FFFFFF"/>
                </a:solidFill>
                <a:latin typeface="Arial" panose="020B0604020202020204" pitchFamily="34" charset="0"/>
                <a:ea typeface="Arial" panose="020B0604020202020204" pitchFamily="34" charset="0"/>
              </a:rPr>
              <a:t> Barman</a:t>
            </a:r>
            <a:r>
              <a:rPr lang="en-US" altLang="zh-CN" sz="3400" dirty="0">
                <a:latin typeface="Arial" panose="020B0604020202020204" pitchFamily="34" charset="0"/>
                <a:ea typeface="Arial" panose="020B0604020202020204" pitchFamily="34" charset="0"/>
              </a:rPr>
              <a:t> </a:t>
            </a:r>
          </a:p>
          <a:p>
            <a:r>
              <a:rPr lang="en-US" altLang="zh-CN" sz="3400" dirty="0">
                <a:latin typeface="Arial" panose="020B0604020202020204" pitchFamily="34" charset="0"/>
                <a:ea typeface="Arial" panose="020B0604020202020204" pitchFamily="34" charset="0"/>
              </a:rPr>
              <a:t>4. </a:t>
            </a:r>
            <a:r>
              <a:rPr lang="en-US" altLang="zh-CN" sz="3400" dirty="0" err="1">
                <a:latin typeface="Arial" panose="020B0604020202020204" pitchFamily="34" charset="0"/>
                <a:ea typeface="Arial" panose="020B0604020202020204" pitchFamily="34" charset="0"/>
              </a:rPr>
              <a:t>Debarati</a:t>
            </a:r>
            <a:r>
              <a:rPr lang="en-US" altLang="zh-CN" sz="3400" dirty="0">
                <a:latin typeface="Arial" panose="020B0604020202020204" pitchFamily="34" charset="0"/>
                <a:ea typeface="Arial" panose="020B0604020202020204" pitchFamily="34" charset="0"/>
              </a:rPr>
              <a:t> Mahajan</a:t>
            </a:r>
          </a:p>
          <a:p>
            <a:r>
              <a:rPr lang="en-US" altLang="zh-CN" sz="3400" dirty="0">
                <a:latin typeface="Arial" panose="020B0604020202020204" pitchFamily="34" charset="0"/>
                <a:ea typeface="Arial" panose="020B0604020202020204" pitchFamily="34" charset="0"/>
              </a:rPr>
              <a:t>5. </a:t>
            </a:r>
            <a:r>
              <a:rPr lang="en-US" altLang="zh-CN" sz="3400" dirty="0" err="1">
                <a:latin typeface="Arial" panose="020B0604020202020204" pitchFamily="34" charset="0"/>
                <a:ea typeface="Arial" panose="020B0604020202020204" pitchFamily="34" charset="0"/>
              </a:rPr>
              <a:t>Srijita</a:t>
            </a:r>
            <a:r>
              <a:rPr lang="en-US" altLang="zh-CN" sz="3400" dirty="0">
                <a:latin typeface="Arial" panose="020B0604020202020204" pitchFamily="34" charset="0"/>
                <a:ea typeface="Arial" panose="020B0604020202020204" pitchFamily="34" charset="0"/>
              </a:rPr>
              <a:t> Roy</a:t>
            </a:r>
          </a:p>
          <a:p>
            <a:endParaRPr lang="en-US" altLang="zh-CN" sz="3400" dirty="0">
              <a:latin typeface="Arial" panose="020B0604020202020204" pitchFamily="34" charset="0"/>
              <a:ea typeface="Arial" panose="020B0604020202020204" pitchFamily="34" charset="0"/>
            </a:endParaRPr>
          </a:p>
          <a:p>
            <a:pPr>
              <a:buFont typeface="Arial" panose="020B0604020202020204" pitchFamily="34" charset="0"/>
            </a:pPr>
            <a:endParaRPr lang="en-US" altLang="zh-CN" sz="2400" dirty="0">
              <a:solidFill>
                <a:schemeClr val="bg1"/>
              </a:solidFill>
              <a:latin typeface="Arial" panose="020B0604020202020204" pitchFamily="34" charset="0"/>
              <a:ea typeface="Arial" panose="020B0604020202020204" pitchFamily="34" charset="0"/>
            </a:endParaRP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077"/>
                                        </p:tgtEl>
                                        <p:attrNameLst>
                                          <p:attrName>style.visibility</p:attrName>
                                        </p:attrNameLst>
                                      </p:cBhvr>
                                      <p:to>
                                        <p:strVal val="visible"/>
                                      </p:to>
                                    </p:set>
                                    <p:animEffect transition="in" filter="fade">
                                      <p:cBhvr>
                                        <p:cTn id="7" dur="500"/>
                                        <p:tgtEl>
                                          <p:spTgt spid="30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任意多边形 3"/>
          <p:cNvSpPr/>
          <p:nvPr/>
        </p:nvSpPr>
        <p:spPr>
          <a:xfrm>
            <a:off x="0" y="406400"/>
            <a:ext cx="7214235"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50000"/>
              <a:lumOff val="50000"/>
            </a:schemeClr>
          </a:solidFill>
          <a:ln w="9525">
            <a:noFill/>
          </a:ln>
        </p:spPr>
        <p:txBody>
          <a:bodyPr/>
          <a:lstStyle/>
          <a:p>
            <a:endParaRPr lang="en-US">
              <a:latin typeface="Arial" panose="020B0604020202020204" pitchFamily="34" charset="0"/>
              <a:ea typeface="Arial" panose="020B0604020202020204" pitchFamily="34" charset="0"/>
            </a:endParaRPr>
          </a:p>
        </p:txBody>
      </p:sp>
      <p:sp>
        <p:nvSpPr>
          <p:cNvPr id="7172" name="文本框 4"/>
          <p:cNvSpPr txBox="1"/>
          <p:nvPr/>
        </p:nvSpPr>
        <p:spPr>
          <a:xfrm>
            <a:off x="1174750" y="344805"/>
            <a:ext cx="6658610" cy="460375"/>
          </a:xfrm>
          <a:prstGeom prst="rect">
            <a:avLst/>
          </a:prstGeom>
          <a:noFill/>
          <a:ln w="9525">
            <a:noFill/>
          </a:ln>
        </p:spPr>
        <p:txBody>
          <a:bodyPr wrap="square" anchor="t">
            <a:spAutoFit/>
          </a:bodyPr>
          <a:lstStyle/>
          <a:p>
            <a:pPr>
              <a:buFont typeface="Arial" panose="020B0604020202020204" pitchFamily="34" charset="0"/>
            </a:pPr>
            <a:r>
              <a:rPr lang="en-US" altLang="zh-CN" sz="2400" dirty="0">
                <a:latin typeface="Arial" panose="020B0604020202020204" pitchFamily="34" charset="0"/>
                <a:ea typeface="Arial" panose="020B0604020202020204" pitchFamily="34" charset="0"/>
              </a:rPr>
              <a:t>SOCIAL MEDIA APP</a:t>
            </a:r>
          </a:p>
        </p:txBody>
      </p:sp>
      <p:sp>
        <p:nvSpPr>
          <p:cNvPr id="7173" name="文本框 5"/>
          <p:cNvSpPr txBox="1"/>
          <p:nvPr/>
        </p:nvSpPr>
        <p:spPr>
          <a:xfrm>
            <a:off x="246063" y="115888"/>
            <a:ext cx="1117600" cy="923925"/>
          </a:xfrm>
          <a:prstGeom prst="rect">
            <a:avLst/>
          </a:prstGeom>
          <a:noFill/>
          <a:ln w="9525">
            <a:noFill/>
          </a:ln>
        </p:spPr>
        <p:txBody>
          <a:bodyPr anchor="t">
            <a:spAutoFit/>
          </a:bodyPr>
          <a:lstStyle/>
          <a:p>
            <a:pPr>
              <a:buFont typeface="Arial" panose="020B0604020202020204" pitchFamily="34" charset="0"/>
            </a:pPr>
            <a:r>
              <a:rPr lang="en-US" altLang="zh-CN" sz="5400" dirty="0">
                <a:latin typeface="Arial" panose="020B0604020202020204" pitchFamily="34" charset="0"/>
                <a:ea typeface="Arial" panose="020B0604020202020204" pitchFamily="34" charset="0"/>
              </a:rPr>
              <a:t>01</a:t>
            </a:r>
            <a:endParaRPr lang="zh-CN" altLang="en-US" sz="5400" dirty="0">
              <a:latin typeface="Arial" panose="020B0604020202020204" pitchFamily="34" charset="0"/>
              <a:ea typeface="Arial" panose="020B0604020202020204" pitchFamily="34" charset="0"/>
            </a:endParaRPr>
          </a:p>
        </p:txBody>
      </p:sp>
      <p:sp>
        <p:nvSpPr>
          <p:cNvPr id="7174" name="椭圆 19"/>
          <p:cNvSpPr/>
          <p:nvPr/>
        </p:nvSpPr>
        <p:spPr>
          <a:xfrm>
            <a:off x="1041400" y="2063750"/>
            <a:ext cx="3497263" cy="3497263"/>
          </a:xfrm>
          <a:prstGeom prst="ellipse">
            <a:avLst/>
          </a:prstGeom>
          <a:solidFill>
            <a:schemeClr val="bg1">
              <a:lumMod val="50000"/>
              <a:lumOff val="50000"/>
              <a:alpha val="70195"/>
            </a:schemeClr>
          </a:solidFill>
          <a:ln w="9525">
            <a:noFill/>
          </a:ln>
        </p:spPr>
        <p:txBody>
          <a:bodyPr anchor="ctr"/>
          <a:lstStyle/>
          <a:p>
            <a:pPr algn="ctr">
              <a:buFont typeface="Arial" panose="020B0604020202020204" pitchFamily="34" charset="0"/>
            </a:pPr>
            <a:endParaRPr lang="zh-CN" altLang="en-US" dirty="0">
              <a:solidFill>
                <a:srgbClr val="FFFFFF"/>
              </a:solidFill>
              <a:latin typeface="Arial" panose="020B0604020202020204" pitchFamily="34" charset="0"/>
              <a:ea typeface="Arial" panose="020B0604020202020204" pitchFamily="34" charset="0"/>
            </a:endParaRPr>
          </a:p>
        </p:txBody>
      </p:sp>
      <p:sp>
        <p:nvSpPr>
          <p:cNvPr id="7175" name="文本框 6"/>
          <p:cNvSpPr txBox="1"/>
          <p:nvPr/>
        </p:nvSpPr>
        <p:spPr>
          <a:xfrm>
            <a:off x="1147445" y="3213100"/>
            <a:ext cx="3208655" cy="1198880"/>
          </a:xfrm>
          <a:prstGeom prst="rect">
            <a:avLst/>
          </a:prstGeom>
          <a:noFill/>
          <a:ln w="9525">
            <a:noFill/>
          </a:ln>
        </p:spPr>
        <p:txBody>
          <a:bodyPr wrap="square" anchor="t">
            <a:spAutoFit/>
          </a:bodyPr>
          <a:lstStyle/>
          <a:p>
            <a:pPr>
              <a:buFont typeface="Arial" panose="020B0604020202020204" pitchFamily="34" charset="0"/>
            </a:pPr>
            <a:r>
              <a:rPr lang="en-US" altLang="zh-CN" sz="2400" dirty="0">
                <a:latin typeface="Arial" panose="020B0604020202020204" pitchFamily="34" charset="0"/>
                <a:ea typeface="Arial" panose="020B0604020202020204" pitchFamily="34" charset="0"/>
              </a:rPr>
              <a:t>A BRIEF INTRODUCTION OF OUR WEBSITE</a:t>
            </a:r>
            <a:endParaRPr lang="zh-CN" altLang="en-US" sz="2400" dirty="0">
              <a:latin typeface="Arial" panose="020B0604020202020204" pitchFamily="34" charset="0"/>
              <a:ea typeface="Arial" panose="020B0604020202020204" pitchFamily="34" charset="0"/>
            </a:endParaRPr>
          </a:p>
        </p:txBody>
      </p:sp>
      <p:grpSp>
        <p:nvGrpSpPr>
          <p:cNvPr id="7178" name="组合 23"/>
          <p:cNvGrpSpPr/>
          <p:nvPr/>
        </p:nvGrpSpPr>
        <p:grpSpPr>
          <a:xfrm>
            <a:off x="4276725" y="3438525"/>
            <a:ext cx="747713" cy="747713"/>
            <a:chOff x="0" y="0"/>
            <a:chExt cx="747433" cy="747433"/>
          </a:xfrm>
        </p:grpSpPr>
        <p:sp>
          <p:nvSpPr>
            <p:cNvPr id="9226" name="椭圆 7"/>
            <p:cNvSpPr/>
            <p:nvPr/>
          </p:nvSpPr>
          <p:spPr>
            <a:xfrm>
              <a:off x="0" y="0"/>
              <a:ext cx="747433" cy="747433"/>
            </a:xfrm>
            <a:prstGeom prst="ellipse">
              <a:avLst/>
            </a:prstGeom>
            <a:solidFill>
              <a:schemeClr val="bg1">
                <a:lumMod val="50000"/>
                <a:lumOff val="50000"/>
              </a:schemeClr>
            </a:solidFill>
            <a:ln w="9525">
              <a:noFill/>
            </a:ln>
          </p:spPr>
          <p:txBody>
            <a:bodyPr anchor="ctr"/>
            <a:lstStyle/>
            <a:p>
              <a:pPr algn="ctr">
                <a:buFont typeface="Arial" panose="020B0604020202020204" pitchFamily="34" charset="0"/>
              </a:pPr>
              <a:endParaRPr lang="zh-CN" altLang="en-US" dirty="0">
                <a:solidFill>
                  <a:srgbClr val="FFFFFF"/>
                </a:solidFill>
                <a:latin typeface="Arial" panose="020B0604020202020204" pitchFamily="34" charset="0"/>
                <a:ea typeface="Arial" panose="020B0604020202020204" pitchFamily="34" charset="0"/>
              </a:endParaRPr>
            </a:p>
          </p:txBody>
        </p:sp>
        <p:sp>
          <p:nvSpPr>
            <p:cNvPr id="9227" name="燕尾形 10"/>
            <p:cNvSpPr/>
            <p:nvPr/>
          </p:nvSpPr>
          <p:spPr>
            <a:xfrm>
              <a:off x="333686" y="151874"/>
              <a:ext cx="341901" cy="443683"/>
            </a:xfrm>
            <a:prstGeom prst="chevron">
              <a:avLst>
                <a:gd name="adj" fmla="val 50000"/>
              </a:avLst>
            </a:prstGeom>
            <a:solidFill>
              <a:schemeClr val="bg1">
                <a:lumMod val="95000"/>
                <a:lumOff val="5000"/>
              </a:schemeClr>
            </a:solidFill>
            <a:ln w="9525">
              <a:noFill/>
            </a:ln>
          </p:spPr>
          <p:txBody>
            <a:bodyPr anchor="ctr"/>
            <a:lstStyle/>
            <a:p>
              <a:pPr algn="ctr">
                <a:buFont typeface="Arial" panose="020B0604020202020204" pitchFamily="34" charset="0"/>
              </a:pPr>
              <a:endParaRPr lang="zh-CN" altLang="en-US" dirty="0">
                <a:latin typeface="Arial" panose="020B0604020202020204" pitchFamily="34" charset="0"/>
                <a:ea typeface="Arial" panose="020B0604020202020204" pitchFamily="34" charset="0"/>
              </a:endParaRPr>
            </a:p>
          </p:txBody>
        </p:sp>
      </p:grpSp>
      <p:cxnSp>
        <p:nvCxnSpPr>
          <p:cNvPr id="7183" name="直接连接符 15"/>
          <p:cNvCxnSpPr/>
          <p:nvPr/>
        </p:nvCxnSpPr>
        <p:spPr>
          <a:xfrm>
            <a:off x="1363663" y="4411980"/>
            <a:ext cx="2363787" cy="0"/>
          </a:xfrm>
          <a:prstGeom prst="line">
            <a:avLst/>
          </a:prstGeom>
          <a:ln w="6350" cap="flat" cmpd="sng">
            <a:solidFill>
              <a:schemeClr val="tx1"/>
            </a:solidFill>
            <a:prstDash val="solid"/>
            <a:round/>
            <a:headEnd type="none" w="med" len="med"/>
            <a:tailEnd type="none" w="med" len="med"/>
          </a:ln>
        </p:spPr>
      </p:cxnSp>
      <p:sp>
        <p:nvSpPr>
          <p:cNvPr id="2" name="Text Box 1"/>
          <p:cNvSpPr txBox="1"/>
          <p:nvPr/>
        </p:nvSpPr>
        <p:spPr>
          <a:xfrm>
            <a:off x="5425692" y="2400643"/>
            <a:ext cx="6312535" cy="3785652"/>
          </a:xfrm>
          <a:prstGeom prst="rect">
            <a:avLst/>
          </a:prstGeom>
          <a:noFill/>
        </p:spPr>
        <p:txBody>
          <a:bodyPr wrap="square" rtlCol="0">
            <a:spAutoFit/>
          </a:bodyPr>
          <a:lstStyle/>
          <a:p>
            <a:r>
              <a:rPr lang="en-US" sz="2000" dirty="0"/>
              <a:t>Introducing Circle, the latest innovation in social media designed to transform how you connect and share. With Circle, you can effortlessly create, discover, and engage with content that truly matters to you. Our intuitive interface and unique features empower you to connect with friends, explore new interests, and join vibrant communities. Whether you're sharing moments, discovering trends, or networking professionally, Circle is your gateway to a richer and more dynamic online experience. Join us today and be part of the next evolution in social media!</a:t>
            </a:r>
            <a:endParaRPr lang="en-US" sz="2000" dirty="0">
              <a:solidFill>
                <a:schemeClr val="bg1"/>
              </a:solidFill>
              <a:latin typeface="+mj-lt"/>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7171"/>
                                        </p:tgtEl>
                                        <p:attrNameLst>
                                          <p:attrName>style.visibility</p:attrName>
                                        </p:attrNameLst>
                                      </p:cBhvr>
                                      <p:to>
                                        <p:strVal val="visible"/>
                                      </p:to>
                                    </p:set>
                                    <p:animEffect transition="in" filter="wipe(left)">
                                      <p:cBhvr>
                                        <p:cTn id="7" dur="500"/>
                                        <p:tgtEl>
                                          <p:spTgt spid="7171"/>
                                        </p:tgtEl>
                                      </p:cBhvr>
                                    </p:animEffect>
                                  </p:childTnLst>
                                </p:cTn>
                              </p:par>
                              <p:par>
                                <p:cTn id="8" presetID="49" presetClass="entr" presetSubtype="0" decel="100000" fill="hold" grpId="0" nodeType="withEffect">
                                  <p:stCondLst>
                                    <p:cond delay="250"/>
                                  </p:stCondLst>
                                  <p:childTnLst>
                                    <p:set>
                                      <p:cBhvr>
                                        <p:cTn id="9" dur="1" fill="hold">
                                          <p:stCondLst>
                                            <p:cond delay="0"/>
                                          </p:stCondLst>
                                        </p:cTn>
                                        <p:tgtEl>
                                          <p:spTgt spid="7173"/>
                                        </p:tgtEl>
                                        <p:attrNameLst>
                                          <p:attrName>style.visibility</p:attrName>
                                        </p:attrNameLst>
                                      </p:cBhvr>
                                      <p:to>
                                        <p:strVal val="visible"/>
                                      </p:to>
                                    </p:set>
                                    <p:anim calcmode="lin" valueType="num">
                                      <p:cBhvr>
                                        <p:cTn id="10" dur="500" fill="hold"/>
                                        <p:tgtEl>
                                          <p:spTgt spid="7173"/>
                                        </p:tgtEl>
                                        <p:attrNameLst>
                                          <p:attrName>ppt_w</p:attrName>
                                        </p:attrNameLst>
                                      </p:cBhvr>
                                      <p:tavLst>
                                        <p:tav tm="0">
                                          <p:val>
                                            <p:fltVal val="0"/>
                                          </p:val>
                                        </p:tav>
                                        <p:tav tm="100000">
                                          <p:val>
                                            <p:strVal val="#ppt_w"/>
                                          </p:val>
                                        </p:tav>
                                      </p:tavLst>
                                    </p:anim>
                                    <p:anim calcmode="lin" valueType="num">
                                      <p:cBhvr>
                                        <p:cTn id="11" dur="500" fill="hold"/>
                                        <p:tgtEl>
                                          <p:spTgt spid="7173"/>
                                        </p:tgtEl>
                                        <p:attrNameLst>
                                          <p:attrName>ppt_h</p:attrName>
                                        </p:attrNameLst>
                                      </p:cBhvr>
                                      <p:tavLst>
                                        <p:tav tm="0">
                                          <p:val>
                                            <p:fltVal val="0"/>
                                          </p:val>
                                        </p:tav>
                                        <p:tav tm="100000">
                                          <p:val>
                                            <p:strVal val="#ppt_h"/>
                                          </p:val>
                                        </p:tav>
                                      </p:tavLst>
                                    </p:anim>
                                    <p:anim calcmode="lin" valueType="num">
                                      <p:cBhvr>
                                        <p:cTn id="12" dur="500" fill="hold"/>
                                        <p:tgtEl>
                                          <p:spTgt spid="7173"/>
                                        </p:tgtEl>
                                        <p:attrNameLst>
                                          <p:attrName>style.rotation</p:attrName>
                                        </p:attrNameLst>
                                      </p:cBhvr>
                                      <p:tavLst>
                                        <p:tav tm="0">
                                          <p:val>
                                            <p:fltVal val="360"/>
                                          </p:val>
                                        </p:tav>
                                        <p:tav tm="100000">
                                          <p:val>
                                            <p:fltVal val="0"/>
                                          </p:val>
                                        </p:tav>
                                      </p:tavLst>
                                    </p:anim>
                                    <p:animEffect transition="in" filter="fade">
                                      <p:cBhvr>
                                        <p:cTn id="13" dur="500"/>
                                        <p:tgtEl>
                                          <p:spTgt spid="7173"/>
                                        </p:tgtEl>
                                      </p:cBhvr>
                                    </p:animEffect>
                                  </p:childTnLst>
                                </p:cTn>
                              </p:par>
                              <p:par>
                                <p:cTn id="14" presetID="22" presetClass="entr" presetSubtype="8" fill="hold" grpId="0" nodeType="withEffect">
                                  <p:stCondLst>
                                    <p:cond delay="750"/>
                                  </p:stCondLst>
                                  <p:childTnLst>
                                    <p:set>
                                      <p:cBhvr>
                                        <p:cTn id="15" dur="1" fill="hold">
                                          <p:stCondLst>
                                            <p:cond delay="0"/>
                                          </p:stCondLst>
                                        </p:cTn>
                                        <p:tgtEl>
                                          <p:spTgt spid="7172"/>
                                        </p:tgtEl>
                                        <p:attrNameLst>
                                          <p:attrName>style.visibility</p:attrName>
                                        </p:attrNameLst>
                                      </p:cBhvr>
                                      <p:to>
                                        <p:strVal val="visible"/>
                                      </p:to>
                                    </p:set>
                                    <p:animEffect transition="in" filter="wipe(left)">
                                      <p:cBhvr>
                                        <p:cTn id="16" dur="500"/>
                                        <p:tgtEl>
                                          <p:spTgt spid="7172"/>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7174"/>
                                        </p:tgtEl>
                                        <p:attrNameLst>
                                          <p:attrName>style.visibility</p:attrName>
                                        </p:attrNameLst>
                                      </p:cBhvr>
                                      <p:to>
                                        <p:strVal val="visible"/>
                                      </p:to>
                                    </p:set>
                                    <p:animEffect transition="in" filter="fade">
                                      <p:cBhvr>
                                        <p:cTn id="20" dur="500"/>
                                        <p:tgtEl>
                                          <p:spTgt spid="7174"/>
                                        </p:tgtEl>
                                      </p:cBhvr>
                                    </p:animEffect>
                                  </p:childTnLst>
                                </p:cTn>
                              </p:par>
                            </p:childTnLst>
                          </p:cTn>
                        </p:par>
                        <p:par>
                          <p:cTn id="21" fill="hold">
                            <p:stCondLst>
                              <p:cond delay="1000"/>
                            </p:stCondLst>
                            <p:childTnLst>
                              <p:par>
                                <p:cTn id="22" presetID="9" presetClass="entr" presetSubtype="0" fill="hold" grpId="0" nodeType="afterEffect">
                                  <p:stCondLst>
                                    <p:cond delay="0"/>
                                  </p:stCondLst>
                                  <p:childTnLst>
                                    <p:set>
                                      <p:cBhvr>
                                        <p:cTn id="23" dur="1" fill="hold">
                                          <p:stCondLst>
                                            <p:cond delay="0"/>
                                          </p:stCondLst>
                                        </p:cTn>
                                        <p:tgtEl>
                                          <p:spTgt spid="7175"/>
                                        </p:tgtEl>
                                        <p:attrNameLst>
                                          <p:attrName>style.visibility</p:attrName>
                                        </p:attrNameLst>
                                      </p:cBhvr>
                                      <p:to>
                                        <p:strVal val="visible"/>
                                      </p:to>
                                    </p:set>
                                    <p:animEffect transition="in" filter="dissolve">
                                      <p:cBhvr>
                                        <p:cTn id="24" dur="500"/>
                                        <p:tgtEl>
                                          <p:spTgt spid="7175"/>
                                        </p:tgtEl>
                                      </p:cBhvr>
                                    </p:animEffect>
                                  </p:childTnLst>
                                </p:cTn>
                              </p:par>
                            </p:childTnLst>
                          </p:cTn>
                        </p:par>
                        <p:par>
                          <p:cTn id="25" fill="hold">
                            <p:stCondLst>
                              <p:cond delay="1500"/>
                            </p:stCondLst>
                            <p:childTnLst>
                              <p:par>
                                <p:cTn id="26" presetID="10" presetClass="entr" presetSubtype="0" fill="hold" nodeType="afterEffect">
                                  <p:stCondLst>
                                    <p:cond delay="0"/>
                                  </p:stCondLst>
                                  <p:childTnLst>
                                    <p:set>
                                      <p:cBhvr>
                                        <p:cTn id="27" dur="1" fill="hold">
                                          <p:stCondLst>
                                            <p:cond delay="0"/>
                                          </p:stCondLst>
                                        </p:cTn>
                                        <p:tgtEl>
                                          <p:spTgt spid="7183"/>
                                        </p:tgtEl>
                                        <p:attrNameLst>
                                          <p:attrName>style.visibility</p:attrName>
                                        </p:attrNameLst>
                                      </p:cBhvr>
                                      <p:to>
                                        <p:strVal val="visible"/>
                                      </p:to>
                                    </p:set>
                                    <p:animEffect transition="in" filter="fade">
                                      <p:cBhvr>
                                        <p:cTn id="28" dur="500"/>
                                        <p:tgtEl>
                                          <p:spTgt spid="7183"/>
                                        </p:tgtEl>
                                      </p:cBhvr>
                                    </p:animEffect>
                                  </p:childTnLst>
                                </p:cTn>
                              </p:par>
                              <p:par>
                                <p:cTn id="29" presetID="10" presetClass="entr" presetSubtype="0" fill="hold" nodeType="withEffect">
                                  <p:stCondLst>
                                    <p:cond delay="250"/>
                                  </p:stCondLst>
                                  <p:childTnLst>
                                    <p:set>
                                      <p:cBhvr>
                                        <p:cTn id="30" dur="1" fill="hold">
                                          <p:stCondLst>
                                            <p:cond delay="0"/>
                                          </p:stCondLst>
                                        </p:cTn>
                                        <p:tgtEl>
                                          <p:spTgt spid="7178"/>
                                        </p:tgtEl>
                                        <p:attrNameLst>
                                          <p:attrName>style.visibility</p:attrName>
                                        </p:attrNameLst>
                                      </p:cBhvr>
                                      <p:to>
                                        <p:strVal val="visible"/>
                                      </p:to>
                                    </p:set>
                                    <p:anim calcmode="lin" valueType="num">
                                      <p:cBhvr>
                                        <p:cTn id="31" dur="500" fill="hold"/>
                                        <p:tgtEl>
                                          <p:spTgt spid="7178"/>
                                        </p:tgtEl>
                                        <p:attrNameLst>
                                          <p:attrName>ppt_w</p:attrName>
                                        </p:attrNameLst>
                                      </p:cBhvr>
                                      <p:tavLst>
                                        <p:tav tm="0">
                                          <p:val>
                                            <p:fltVal val="0"/>
                                          </p:val>
                                        </p:tav>
                                        <p:tav tm="100000">
                                          <p:val>
                                            <p:strVal val="#ppt_w"/>
                                          </p:val>
                                        </p:tav>
                                      </p:tavLst>
                                    </p:anim>
                                    <p:anim calcmode="lin" valueType="num">
                                      <p:cBhvr>
                                        <p:cTn id="32" dur="500" fill="hold"/>
                                        <p:tgtEl>
                                          <p:spTgt spid="7178"/>
                                        </p:tgtEl>
                                        <p:attrNameLst>
                                          <p:attrName>ppt_h</p:attrName>
                                        </p:attrNameLst>
                                      </p:cBhvr>
                                      <p:tavLst>
                                        <p:tav tm="0">
                                          <p:val>
                                            <p:fltVal val="0"/>
                                          </p:val>
                                        </p:tav>
                                        <p:tav tm="100000">
                                          <p:val>
                                            <p:strVal val="#ppt_h"/>
                                          </p:val>
                                        </p:tav>
                                      </p:tavLst>
                                    </p:anim>
                                    <p:animEffect transition="in" filter="fade">
                                      <p:cBhvr>
                                        <p:cTn id="33" dur="500"/>
                                        <p:tgtEl>
                                          <p:spTgt spid="7178"/>
                                        </p:tgtEl>
                                      </p:cBhvr>
                                    </p:animEffect>
                                  </p:childTnLst>
                                </p:cTn>
                              </p:par>
                            </p:childTnLst>
                          </p:cTn>
                        </p:par>
                        <p:par>
                          <p:cTn id="34" fill="hold">
                            <p:stCondLst>
                              <p:cond delay="2000"/>
                            </p:stCondLst>
                            <p:childTnLst>
                              <p:par>
                                <p:cTn id="35" presetID="9" presetClass="entr" presetSubtype="0" fill="hold" grpId="0" nodeType="afterEffect">
                                  <p:stCondLst>
                                    <p:cond delay="0"/>
                                  </p:stCondLst>
                                  <p:childTnLst>
                                    <p:set>
                                      <p:cBhvr>
                                        <p:cTn id="36" dur="2000" fill="hold">
                                          <p:stCondLst>
                                            <p:cond delay="0"/>
                                          </p:stCondLst>
                                        </p:cTn>
                                        <p:tgtEl>
                                          <p:spTgt spid="2"/>
                                        </p:tgtEl>
                                        <p:attrNameLst>
                                          <p:attrName>style.visibility</p:attrName>
                                        </p:attrNameLst>
                                      </p:cBhvr>
                                      <p:to>
                                        <p:strVal val="visible"/>
                                      </p:to>
                                    </p:set>
                                    <p:animEffect transition="in" filter="dissolve">
                                      <p:cBhvr>
                                        <p:cTn id="3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p:bldP spid="7173" grpId="0"/>
      <p:bldP spid="7174" grpId="0" animBg="1"/>
      <p:bldP spid="7175"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任意多边形 2"/>
          <p:cNvSpPr/>
          <p:nvPr/>
        </p:nvSpPr>
        <p:spPr>
          <a:xfrm>
            <a:off x="0" y="461963"/>
            <a:ext cx="4019550"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50000"/>
              <a:lumOff val="50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8196" name="文本框 3"/>
          <p:cNvSpPr txBox="1"/>
          <p:nvPr/>
        </p:nvSpPr>
        <p:spPr>
          <a:xfrm>
            <a:off x="1174750" y="402580"/>
            <a:ext cx="2844800" cy="461665"/>
          </a:xfrm>
          <a:prstGeom prst="rect">
            <a:avLst/>
          </a:prstGeom>
          <a:noFill/>
          <a:ln w="9525">
            <a:noFill/>
          </a:ln>
        </p:spPr>
        <p:txBody>
          <a:bodyPr anchor="t">
            <a:spAutoFit/>
          </a:bodyPr>
          <a:lstStyle/>
          <a:p>
            <a:pPr>
              <a:buFont typeface="Arial" panose="020B0604020202020204" pitchFamily="34" charset="0"/>
            </a:pPr>
            <a:r>
              <a:rPr lang="en-US" altLang="zh-CN" sz="2400" dirty="0">
                <a:latin typeface="Arial" panose="020B0604020202020204" pitchFamily="34" charset="0"/>
                <a:ea typeface="Arial" panose="020B0604020202020204" pitchFamily="34" charset="0"/>
              </a:rPr>
              <a:t>OBJECTIVE </a:t>
            </a:r>
          </a:p>
        </p:txBody>
      </p:sp>
      <p:sp>
        <p:nvSpPr>
          <p:cNvPr id="8197" name="文本框 4"/>
          <p:cNvSpPr txBox="1"/>
          <p:nvPr/>
        </p:nvSpPr>
        <p:spPr>
          <a:xfrm>
            <a:off x="246063" y="115888"/>
            <a:ext cx="1117600" cy="922020"/>
          </a:xfrm>
          <a:prstGeom prst="rect">
            <a:avLst/>
          </a:prstGeom>
          <a:noFill/>
          <a:ln w="9525">
            <a:noFill/>
          </a:ln>
        </p:spPr>
        <p:txBody>
          <a:bodyPr anchor="t">
            <a:spAutoFit/>
          </a:bodyPr>
          <a:lstStyle/>
          <a:p>
            <a:pPr>
              <a:buFont typeface="Arial" panose="020B0604020202020204" pitchFamily="34" charset="0"/>
            </a:pPr>
            <a:r>
              <a:rPr lang="en-US" altLang="zh-CN" sz="5400" dirty="0">
                <a:latin typeface="Arial" panose="020B0604020202020204" pitchFamily="34" charset="0"/>
                <a:ea typeface="Arial" panose="020B0604020202020204" pitchFamily="34" charset="0"/>
              </a:rPr>
              <a:t>02</a:t>
            </a:r>
            <a:endParaRPr lang="zh-CN" altLang="en-US" sz="5400" dirty="0">
              <a:latin typeface="Arial" panose="020B0604020202020204" pitchFamily="34" charset="0"/>
              <a:ea typeface="Arial" panose="020B0604020202020204" pitchFamily="34" charset="0"/>
            </a:endParaRPr>
          </a:p>
        </p:txBody>
      </p:sp>
      <p:sp>
        <p:nvSpPr>
          <p:cNvPr id="3" name="Rectangle 1">
            <a:extLst>
              <a:ext uri="{FF2B5EF4-FFF2-40B4-BE49-F238E27FC236}">
                <a16:creationId xmlns:a16="http://schemas.microsoft.com/office/drawing/2014/main" id="{43CD9465-102C-12B5-D9AB-A4DB6B2ACA44}"/>
              </a:ext>
            </a:extLst>
          </p:cNvPr>
          <p:cNvSpPr>
            <a:spLocks noChangeArrowheads="1"/>
          </p:cNvSpPr>
          <p:nvPr/>
        </p:nvSpPr>
        <p:spPr bwMode="auto">
          <a:xfrm>
            <a:off x="511278" y="1756078"/>
            <a:ext cx="11169443"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sz="2000" dirty="0"/>
              <a:t>The objective of this presentation is to provide a comprehensive overview of our social media website project, highlighting its purpose, scope, and key features. We aim to convey the project's goals of creating a user-friendly and secure platform that fosters meaningful connections and interactions among users. Additionally, we will outline the functional requirements and demonstrate how they align with our vision for the platform.</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sz="2000" dirty="0"/>
              <a:t>Through this presentation, we seek to inform stakeholders about the current progress, future scope, and potential enhancements that will keep the platform dynamic and engaging. By the end of this presentation, attendees will have a clear understanding of the project's direction, the benefits it offers to users, and the strategic plans in place for ongoing development and improvement.</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195"/>
                                        </p:tgtEl>
                                        <p:attrNameLst>
                                          <p:attrName>style.visibility</p:attrName>
                                        </p:attrNameLst>
                                      </p:cBhvr>
                                      <p:to>
                                        <p:strVal val="visible"/>
                                      </p:to>
                                    </p:set>
                                    <p:animEffect transition="in" filter="wipe(left)">
                                      <p:cBhvr>
                                        <p:cTn id="7" dur="500"/>
                                        <p:tgtEl>
                                          <p:spTgt spid="8195"/>
                                        </p:tgtEl>
                                      </p:cBhvr>
                                    </p:animEffect>
                                  </p:childTnLst>
                                </p:cTn>
                              </p:par>
                            </p:childTnLst>
                          </p:cTn>
                        </p:par>
                        <p:par>
                          <p:cTn id="8" fill="hold">
                            <p:stCondLst>
                              <p:cond delay="500"/>
                            </p:stCondLst>
                            <p:childTnLst>
                              <p:par>
                                <p:cTn id="9" presetID="49" presetClass="entr" presetSubtype="0" decel="100000" fill="hold" grpId="0" nodeType="afterEffect">
                                  <p:stCondLst>
                                    <p:cond delay="250"/>
                                  </p:stCondLst>
                                  <p:childTnLst>
                                    <p:set>
                                      <p:cBhvr>
                                        <p:cTn id="10" dur="1" fill="hold">
                                          <p:stCondLst>
                                            <p:cond delay="0"/>
                                          </p:stCondLst>
                                        </p:cTn>
                                        <p:tgtEl>
                                          <p:spTgt spid="8197"/>
                                        </p:tgtEl>
                                        <p:attrNameLst>
                                          <p:attrName>style.visibility</p:attrName>
                                        </p:attrNameLst>
                                      </p:cBhvr>
                                      <p:to>
                                        <p:strVal val="visible"/>
                                      </p:to>
                                    </p:set>
                                    <p:anim calcmode="lin" valueType="num">
                                      <p:cBhvr>
                                        <p:cTn id="11" dur="500" fill="hold"/>
                                        <p:tgtEl>
                                          <p:spTgt spid="8197"/>
                                        </p:tgtEl>
                                        <p:attrNameLst>
                                          <p:attrName>ppt_w</p:attrName>
                                        </p:attrNameLst>
                                      </p:cBhvr>
                                      <p:tavLst>
                                        <p:tav tm="0">
                                          <p:val>
                                            <p:fltVal val="0"/>
                                          </p:val>
                                        </p:tav>
                                        <p:tav tm="100000">
                                          <p:val>
                                            <p:strVal val="#ppt_w"/>
                                          </p:val>
                                        </p:tav>
                                      </p:tavLst>
                                    </p:anim>
                                    <p:anim calcmode="lin" valueType="num">
                                      <p:cBhvr>
                                        <p:cTn id="12" dur="500" fill="hold"/>
                                        <p:tgtEl>
                                          <p:spTgt spid="8197"/>
                                        </p:tgtEl>
                                        <p:attrNameLst>
                                          <p:attrName>ppt_h</p:attrName>
                                        </p:attrNameLst>
                                      </p:cBhvr>
                                      <p:tavLst>
                                        <p:tav tm="0">
                                          <p:val>
                                            <p:fltVal val="0"/>
                                          </p:val>
                                        </p:tav>
                                        <p:tav tm="100000">
                                          <p:val>
                                            <p:strVal val="#ppt_h"/>
                                          </p:val>
                                        </p:tav>
                                      </p:tavLst>
                                    </p:anim>
                                    <p:anim calcmode="lin" valueType="num">
                                      <p:cBhvr>
                                        <p:cTn id="13" dur="500" fill="hold"/>
                                        <p:tgtEl>
                                          <p:spTgt spid="8197"/>
                                        </p:tgtEl>
                                        <p:attrNameLst>
                                          <p:attrName>style.rotation</p:attrName>
                                        </p:attrNameLst>
                                      </p:cBhvr>
                                      <p:tavLst>
                                        <p:tav tm="0">
                                          <p:val>
                                            <p:fltVal val="360"/>
                                          </p:val>
                                        </p:tav>
                                        <p:tav tm="100000">
                                          <p:val>
                                            <p:fltVal val="0"/>
                                          </p:val>
                                        </p:tav>
                                      </p:tavLst>
                                    </p:anim>
                                    <p:animEffect transition="in" filter="fade">
                                      <p:cBhvr>
                                        <p:cTn id="14" dur="500"/>
                                        <p:tgtEl>
                                          <p:spTgt spid="8197"/>
                                        </p:tgtEl>
                                      </p:cBhvr>
                                    </p:animEffect>
                                  </p:childTnLst>
                                </p:cTn>
                              </p:par>
                            </p:childTnLst>
                          </p:cTn>
                        </p:par>
                        <p:par>
                          <p:cTn id="15" fill="hold">
                            <p:stCondLst>
                              <p:cond delay="1250"/>
                            </p:stCondLst>
                            <p:childTnLst>
                              <p:par>
                                <p:cTn id="16" presetID="22" presetClass="entr" presetSubtype="8" fill="hold" grpId="0" nodeType="afterEffect">
                                  <p:stCondLst>
                                    <p:cond delay="750"/>
                                  </p:stCondLst>
                                  <p:childTnLst>
                                    <p:set>
                                      <p:cBhvr>
                                        <p:cTn id="17" dur="1" fill="hold">
                                          <p:stCondLst>
                                            <p:cond delay="0"/>
                                          </p:stCondLst>
                                        </p:cTn>
                                        <p:tgtEl>
                                          <p:spTgt spid="8196"/>
                                        </p:tgtEl>
                                        <p:attrNameLst>
                                          <p:attrName>style.visibility</p:attrName>
                                        </p:attrNameLst>
                                      </p:cBhvr>
                                      <p:to>
                                        <p:strVal val="visible"/>
                                      </p:to>
                                    </p:set>
                                    <p:animEffect transition="in" filter="wipe(left)">
                                      <p:cBhvr>
                                        <p:cTn id="18" dur="500"/>
                                        <p:tgtEl>
                                          <p:spTgt spid="8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p:bldP spid="819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任意多边形 2"/>
          <p:cNvSpPr/>
          <p:nvPr/>
        </p:nvSpPr>
        <p:spPr>
          <a:xfrm>
            <a:off x="0" y="461963"/>
            <a:ext cx="4019550"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50000"/>
              <a:lumOff val="50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8196" name="文本框 3"/>
          <p:cNvSpPr txBox="1"/>
          <p:nvPr/>
        </p:nvSpPr>
        <p:spPr>
          <a:xfrm>
            <a:off x="1174750" y="403225"/>
            <a:ext cx="2844800" cy="460375"/>
          </a:xfrm>
          <a:prstGeom prst="rect">
            <a:avLst/>
          </a:prstGeom>
          <a:noFill/>
          <a:ln w="9525">
            <a:noFill/>
          </a:ln>
        </p:spPr>
        <p:txBody>
          <a:bodyPr anchor="t">
            <a:spAutoFit/>
          </a:bodyPr>
          <a:lstStyle/>
          <a:p>
            <a:pPr>
              <a:buFont typeface="Arial" panose="020B0604020202020204" pitchFamily="34" charset="0"/>
            </a:pPr>
            <a:r>
              <a:rPr lang="en-US" altLang="zh-CN" sz="2400" dirty="0">
                <a:latin typeface="Arial" panose="020B0604020202020204" pitchFamily="34" charset="0"/>
                <a:ea typeface="Arial" panose="020B0604020202020204" pitchFamily="34" charset="0"/>
              </a:rPr>
              <a:t>ABSTRACTION </a:t>
            </a:r>
          </a:p>
        </p:txBody>
      </p:sp>
      <p:sp>
        <p:nvSpPr>
          <p:cNvPr id="8197" name="文本框 4"/>
          <p:cNvSpPr txBox="1"/>
          <p:nvPr/>
        </p:nvSpPr>
        <p:spPr>
          <a:xfrm>
            <a:off x="246063" y="115888"/>
            <a:ext cx="1117600" cy="922020"/>
          </a:xfrm>
          <a:prstGeom prst="rect">
            <a:avLst/>
          </a:prstGeom>
          <a:noFill/>
          <a:ln w="9525">
            <a:noFill/>
          </a:ln>
        </p:spPr>
        <p:txBody>
          <a:bodyPr anchor="t">
            <a:spAutoFit/>
          </a:bodyPr>
          <a:lstStyle/>
          <a:p>
            <a:pPr>
              <a:buFont typeface="Arial" panose="020B0604020202020204" pitchFamily="34" charset="0"/>
            </a:pPr>
            <a:r>
              <a:rPr lang="en-US" altLang="zh-CN" sz="5400" dirty="0">
                <a:latin typeface="Arial" panose="020B0604020202020204" pitchFamily="34" charset="0"/>
                <a:ea typeface="Arial" panose="020B0604020202020204" pitchFamily="34" charset="0"/>
              </a:rPr>
              <a:t>03</a:t>
            </a:r>
            <a:endParaRPr lang="zh-CN" altLang="en-US" sz="5400" dirty="0">
              <a:latin typeface="Arial" panose="020B0604020202020204" pitchFamily="34" charset="0"/>
              <a:ea typeface="Arial" panose="020B0604020202020204" pitchFamily="34" charset="0"/>
            </a:endParaRPr>
          </a:p>
        </p:txBody>
      </p:sp>
      <p:sp>
        <p:nvSpPr>
          <p:cNvPr id="4" name="TextBox 3">
            <a:extLst>
              <a:ext uri="{FF2B5EF4-FFF2-40B4-BE49-F238E27FC236}">
                <a16:creationId xmlns:a16="http://schemas.microsoft.com/office/drawing/2014/main" id="{03E78B9D-48B6-4E1F-BA07-E5B9C18DF63B}"/>
              </a:ext>
            </a:extLst>
          </p:cNvPr>
          <p:cNvSpPr txBox="1"/>
          <p:nvPr/>
        </p:nvSpPr>
        <p:spPr>
          <a:xfrm>
            <a:off x="717755" y="1730477"/>
            <a:ext cx="9802761" cy="4370427"/>
          </a:xfrm>
          <a:prstGeom prst="rect">
            <a:avLst/>
          </a:prstGeom>
          <a:noFill/>
        </p:spPr>
        <p:txBody>
          <a:bodyPr wrap="square" rtlCol="0">
            <a:spAutoFit/>
          </a:bodyPr>
          <a:lstStyle/>
          <a:p>
            <a:r>
              <a:rPr lang="en-US" sz="2000" dirty="0"/>
              <a:t>This project focuses on developing a social media website that prioritizes user engagement, security, and ease of use. At its core, the platform will offer essential features such as user registration, profile management, content sharing, and direct messaging. The goal is to create a simple yet robust environment where users can connect, share, and communicate effectively.</a:t>
            </a:r>
          </a:p>
          <a:p>
            <a:endParaRPr lang="en-US" sz="2000" dirty="0"/>
          </a:p>
          <a:p>
            <a:r>
              <a:rPr lang="en-US" sz="2000" dirty="0"/>
              <a:t>The project's scope includes implementing basic functionalities with a strong emphasis on privacy and security, ensuring that user data is protected. Future enhancements will build on this foundation, incorporating advanced content discovery, community-building features, and improved user interface designs. By continuously evolving based on user feedback and technological advancements, the platform aims to remain relevant and valuable to its users, fostering a positive and inclusive online community.</a:t>
            </a:r>
          </a:p>
          <a:p>
            <a:endParaRPr lang="en-IN" dirty="0"/>
          </a:p>
        </p:txBody>
      </p:sp>
    </p:spTree>
    <p:extLst>
      <p:ext uri="{BB962C8B-B14F-4D97-AF65-F5344CB8AC3E}">
        <p14:creationId xmlns:p14="http://schemas.microsoft.com/office/powerpoint/2010/main" val="371905963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195"/>
                                        </p:tgtEl>
                                        <p:attrNameLst>
                                          <p:attrName>style.visibility</p:attrName>
                                        </p:attrNameLst>
                                      </p:cBhvr>
                                      <p:to>
                                        <p:strVal val="visible"/>
                                      </p:to>
                                    </p:set>
                                    <p:animEffect transition="in" filter="wipe(left)">
                                      <p:cBhvr>
                                        <p:cTn id="7" dur="500"/>
                                        <p:tgtEl>
                                          <p:spTgt spid="8195"/>
                                        </p:tgtEl>
                                      </p:cBhvr>
                                    </p:animEffect>
                                  </p:childTnLst>
                                </p:cTn>
                              </p:par>
                            </p:childTnLst>
                          </p:cTn>
                        </p:par>
                        <p:par>
                          <p:cTn id="8" fill="hold">
                            <p:stCondLst>
                              <p:cond delay="500"/>
                            </p:stCondLst>
                            <p:childTnLst>
                              <p:par>
                                <p:cTn id="9" presetID="49" presetClass="entr" presetSubtype="0" decel="100000" fill="hold" grpId="0" nodeType="afterEffect">
                                  <p:stCondLst>
                                    <p:cond delay="250"/>
                                  </p:stCondLst>
                                  <p:childTnLst>
                                    <p:set>
                                      <p:cBhvr>
                                        <p:cTn id="10" dur="1" fill="hold">
                                          <p:stCondLst>
                                            <p:cond delay="0"/>
                                          </p:stCondLst>
                                        </p:cTn>
                                        <p:tgtEl>
                                          <p:spTgt spid="8197"/>
                                        </p:tgtEl>
                                        <p:attrNameLst>
                                          <p:attrName>style.visibility</p:attrName>
                                        </p:attrNameLst>
                                      </p:cBhvr>
                                      <p:to>
                                        <p:strVal val="visible"/>
                                      </p:to>
                                    </p:set>
                                    <p:anim calcmode="lin" valueType="num">
                                      <p:cBhvr>
                                        <p:cTn id="11" dur="500" fill="hold"/>
                                        <p:tgtEl>
                                          <p:spTgt spid="8197"/>
                                        </p:tgtEl>
                                        <p:attrNameLst>
                                          <p:attrName>ppt_w</p:attrName>
                                        </p:attrNameLst>
                                      </p:cBhvr>
                                      <p:tavLst>
                                        <p:tav tm="0">
                                          <p:val>
                                            <p:fltVal val="0"/>
                                          </p:val>
                                        </p:tav>
                                        <p:tav tm="100000">
                                          <p:val>
                                            <p:strVal val="#ppt_w"/>
                                          </p:val>
                                        </p:tav>
                                      </p:tavLst>
                                    </p:anim>
                                    <p:anim calcmode="lin" valueType="num">
                                      <p:cBhvr>
                                        <p:cTn id="12" dur="500" fill="hold"/>
                                        <p:tgtEl>
                                          <p:spTgt spid="8197"/>
                                        </p:tgtEl>
                                        <p:attrNameLst>
                                          <p:attrName>ppt_h</p:attrName>
                                        </p:attrNameLst>
                                      </p:cBhvr>
                                      <p:tavLst>
                                        <p:tav tm="0">
                                          <p:val>
                                            <p:fltVal val="0"/>
                                          </p:val>
                                        </p:tav>
                                        <p:tav tm="100000">
                                          <p:val>
                                            <p:strVal val="#ppt_h"/>
                                          </p:val>
                                        </p:tav>
                                      </p:tavLst>
                                    </p:anim>
                                    <p:anim calcmode="lin" valueType="num">
                                      <p:cBhvr>
                                        <p:cTn id="13" dur="500" fill="hold"/>
                                        <p:tgtEl>
                                          <p:spTgt spid="8197"/>
                                        </p:tgtEl>
                                        <p:attrNameLst>
                                          <p:attrName>style.rotation</p:attrName>
                                        </p:attrNameLst>
                                      </p:cBhvr>
                                      <p:tavLst>
                                        <p:tav tm="0">
                                          <p:val>
                                            <p:fltVal val="360"/>
                                          </p:val>
                                        </p:tav>
                                        <p:tav tm="100000">
                                          <p:val>
                                            <p:fltVal val="0"/>
                                          </p:val>
                                        </p:tav>
                                      </p:tavLst>
                                    </p:anim>
                                    <p:animEffect transition="in" filter="fade">
                                      <p:cBhvr>
                                        <p:cTn id="14" dur="500"/>
                                        <p:tgtEl>
                                          <p:spTgt spid="8197"/>
                                        </p:tgtEl>
                                      </p:cBhvr>
                                    </p:animEffect>
                                  </p:childTnLst>
                                </p:cTn>
                              </p:par>
                            </p:childTnLst>
                          </p:cTn>
                        </p:par>
                        <p:par>
                          <p:cTn id="15" fill="hold">
                            <p:stCondLst>
                              <p:cond delay="1250"/>
                            </p:stCondLst>
                            <p:childTnLst>
                              <p:par>
                                <p:cTn id="16" presetID="22" presetClass="entr" presetSubtype="8" fill="hold" grpId="0" nodeType="afterEffect">
                                  <p:stCondLst>
                                    <p:cond delay="750"/>
                                  </p:stCondLst>
                                  <p:childTnLst>
                                    <p:set>
                                      <p:cBhvr>
                                        <p:cTn id="17" dur="1" fill="hold">
                                          <p:stCondLst>
                                            <p:cond delay="0"/>
                                          </p:stCondLst>
                                        </p:cTn>
                                        <p:tgtEl>
                                          <p:spTgt spid="8196"/>
                                        </p:tgtEl>
                                        <p:attrNameLst>
                                          <p:attrName>style.visibility</p:attrName>
                                        </p:attrNameLst>
                                      </p:cBhvr>
                                      <p:to>
                                        <p:strVal val="visible"/>
                                      </p:to>
                                    </p:set>
                                    <p:animEffect transition="in" filter="wipe(left)">
                                      <p:cBhvr>
                                        <p:cTn id="18" dur="500"/>
                                        <p:tgtEl>
                                          <p:spTgt spid="8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p:bldP spid="819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任意多边形 2"/>
          <p:cNvSpPr/>
          <p:nvPr/>
        </p:nvSpPr>
        <p:spPr>
          <a:xfrm>
            <a:off x="0" y="461963"/>
            <a:ext cx="4019550"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50000"/>
              <a:lumOff val="50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8196" name="文本框 3"/>
          <p:cNvSpPr txBox="1"/>
          <p:nvPr/>
        </p:nvSpPr>
        <p:spPr>
          <a:xfrm>
            <a:off x="1174750" y="403225"/>
            <a:ext cx="2844800" cy="460375"/>
          </a:xfrm>
          <a:prstGeom prst="rect">
            <a:avLst/>
          </a:prstGeom>
          <a:noFill/>
          <a:ln w="9525">
            <a:noFill/>
          </a:ln>
        </p:spPr>
        <p:txBody>
          <a:bodyPr anchor="t">
            <a:spAutoFit/>
          </a:bodyPr>
          <a:lstStyle/>
          <a:p>
            <a:pPr>
              <a:buFont typeface="Arial" panose="020B0604020202020204" pitchFamily="34" charset="0"/>
            </a:pPr>
            <a:r>
              <a:rPr lang="en-US" altLang="zh-CN" sz="2400" dirty="0">
                <a:latin typeface="Arial" panose="020B0604020202020204" pitchFamily="34" charset="0"/>
                <a:ea typeface="Arial" panose="020B0604020202020204" pitchFamily="34" charset="0"/>
              </a:rPr>
              <a:t>MERITS </a:t>
            </a:r>
          </a:p>
        </p:txBody>
      </p:sp>
      <p:sp>
        <p:nvSpPr>
          <p:cNvPr id="8197" name="文本框 4"/>
          <p:cNvSpPr txBox="1"/>
          <p:nvPr/>
        </p:nvSpPr>
        <p:spPr>
          <a:xfrm>
            <a:off x="246063" y="115888"/>
            <a:ext cx="1117600" cy="922020"/>
          </a:xfrm>
          <a:prstGeom prst="rect">
            <a:avLst/>
          </a:prstGeom>
          <a:noFill/>
          <a:ln w="9525">
            <a:noFill/>
          </a:ln>
        </p:spPr>
        <p:txBody>
          <a:bodyPr anchor="t">
            <a:spAutoFit/>
          </a:bodyPr>
          <a:lstStyle/>
          <a:p>
            <a:pPr>
              <a:buFont typeface="Arial" panose="020B0604020202020204" pitchFamily="34" charset="0"/>
            </a:pPr>
            <a:r>
              <a:rPr lang="en-US" altLang="zh-CN" sz="5400" dirty="0">
                <a:latin typeface="Arial" panose="020B0604020202020204" pitchFamily="34" charset="0"/>
                <a:ea typeface="Arial" panose="020B0604020202020204" pitchFamily="34" charset="0"/>
              </a:rPr>
              <a:t>04</a:t>
            </a:r>
            <a:endParaRPr lang="zh-CN" altLang="en-US" sz="5400" dirty="0">
              <a:latin typeface="Arial" panose="020B0604020202020204" pitchFamily="34" charset="0"/>
              <a:ea typeface="Arial" panose="020B0604020202020204" pitchFamily="34" charset="0"/>
            </a:endParaRPr>
          </a:p>
        </p:txBody>
      </p:sp>
      <p:sp>
        <p:nvSpPr>
          <p:cNvPr id="4" name="TextBox 3">
            <a:extLst>
              <a:ext uri="{FF2B5EF4-FFF2-40B4-BE49-F238E27FC236}">
                <a16:creationId xmlns:a16="http://schemas.microsoft.com/office/drawing/2014/main" id="{03E78B9D-48B6-4E1F-BA07-E5B9C18DF63B}"/>
              </a:ext>
            </a:extLst>
          </p:cNvPr>
          <p:cNvSpPr txBox="1"/>
          <p:nvPr/>
        </p:nvSpPr>
        <p:spPr>
          <a:xfrm>
            <a:off x="804863" y="1253351"/>
            <a:ext cx="9802761" cy="5201424"/>
          </a:xfrm>
          <a:prstGeom prst="rect">
            <a:avLst/>
          </a:prstGeom>
          <a:noFill/>
        </p:spPr>
        <p:txBody>
          <a:bodyPr wrap="square" rtlCol="0">
            <a:spAutoFit/>
          </a:bodyPr>
          <a:lstStyle/>
          <a:p>
            <a:r>
              <a:rPr lang="en-US" b="1" dirty="0"/>
              <a:t>1. </a:t>
            </a:r>
            <a:r>
              <a:rPr lang="en-US" b="1" u="sng" dirty="0"/>
              <a:t>User Engagement and Connectivity</a:t>
            </a:r>
            <a:endParaRPr lang="en-US" u="sng" dirty="0"/>
          </a:p>
          <a:p>
            <a:pPr>
              <a:buFont typeface="Arial" panose="020B0604020202020204" pitchFamily="34" charset="0"/>
              <a:buChar char="•"/>
            </a:pPr>
            <a:r>
              <a:rPr lang="en-US" sz="1600" b="1" dirty="0"/>
              <a:t>Enhanced Interaction:</a:t>
            </a:r>
            <a:r>
              <a:rPr lang="en-US" sz="1600" dirty="0"/>
              <a:t> Fosters meaningful connections through direct messaging, profile management, and content sharing.</a:t>
            </a:r>
          </a:p>
          <a:p>
            <a:pPr>
              <a:buFont typeface="Arial" panose="020B0604020202020204" pitchFamily="34" charset="0"/>
              <a:buChar char="•"/>
            </a:pPr>
            <a:r>
              <a:rPr lang="en-US" sz="1600" b="1" dirty="0"/>
              <a:t>Community Building:</a:t>
            </a:r>
            <a:r>
              <a:rPr lang="en-US" sz="1600" dirty="0"/>
              <a:t> Encourages connections with like-minded individuals, creating a sense of community and belonging.</a:t>
            </a:r>
          </a:p>
          <a:p>
            <a:r>
              <a:rPr lang="en-US" b="1" dirty="0"/>
              <a:t>2. </a:t>
            </a:r>
            <a:r>
              <a:rPr lang="en-US" b="1" u="sng" dirty="0"/>
              <a:t>User-Friendly Design</a:t>
            </a:r>
            <a:endParaRPr lang="en-US" u="sng" dirty="0"/>
          </a:p>
          <a:p>
            <a:pPr>
              <a:buFont typeface="Arial" panose="020B0604020202020204" pitchFamily="34" charset="0"/>
              <a:buChar char="•"/>
            </a:pPr>
            <a:r>
              <a:rPr lang="en-US" sz="1600" b="1" dirty="0"/>
              <a:t>Intuitive Interface:</a:t>
            </a:r>
            <a:r>
              <a:rPr lang="en-US" sz="1600" dirty="0"/>
              <a:t> Provides a straightforward and easy-to-navigate design for a positive user experience.</a:t>
            </a:r>
          </a:p>
          <a:p>
            <a:pPr>
              <a:buFont typeface="Arial" panose="020B0604020202020204" pitchFamily="34" charset="0"/>
              <a:buChar char="•"/>
            </a:pPr>
            <a:r>
              <a:rPr lang="en-US" sz="1600" b="1" dirty="0"/>
              <a:t>Customizable Profiles:</a:t>
            </a:r>
            <a:r>
              <a:rPr lang="en-US" sz="1600" dirty="0"/>
              <a:t> Allows users to personalize their profiles, enhancing their online identity and engagement.</a:t>
            </a:r>
          </a:p>
          <a:p>
            <a:r>
              <a:rPr lang="en-US" b="1" dirty="0"/>
              <a:t>3. </a:t>
            </a:r>
            <a:r>
              <a:rPr lang="en-US" b="1" u="sng" dirty="0"/>
              <a:t>Security and Privacy</a:t>
            </a:r>
            <a:endParaRPr lang="en-US" u="sng" dirty="0"/>
          </a:p>
          <a:p>
            <a:pPr>
              <a:buFont typeface="Arial" panose="020B0604020202020204" pitchFamily="34" charset="0"/>
              <a:buChar char="•"/>
            </a:pPr>
            <a:r>
              <a:rPr lang="en-US" sz="1600" b="1" dirty="0"/>
              <a:t>Data Protection:</a:t>
            </a:r>
            <a:r>
              <a:rPr lang="en-US" sz="1600" dirty="0"/>
              <a:t> Ensures user data privacy and safety through robust security measures such as encryption and secure authentication.</a:t>
            </a:r>
          </a:p>
          <a:p>
            <a:pPr>
              <a:buFont typeface="Arial" panose="020B0604020202020204" pitchFamily="34" charset="0"/>
              <a:buChar char="•"/>
            </a:pPr>
            <a:r>
              <a:rPr lang="en-US" sz="1600" b="1" dirty="0"/>
              <a:t>Content Moderation:</a:t>
            </a:r>
            <a:r>
              <a:rPr lang="en-US" sz="1600" dirty="0"/>
              <a:t> Maintains a respectful and positive environment with effective content moderation tools.</a:t>
            </a:r>
          </a:p>
          <a:p>
            <a:r>
              <a:rPr lang="en-US" b="1" dirty="0"/>
              <a:t>4. </a:t>
            </a:r>
            <a:r>
              <a:rPr lang="en-US" b="1" u="sng" dirty="0"/>
              <a:t>Scalability and Future Enhancements</a:t>
            </a:r>
            <a:endParaRPr lang="en-US" u="sng" dirty="0"/>
          </a:p>
          <a:p>
            <a:pPr>
              <a:buFont typeface="Arial" panose="020B0604020202020204" pitchFamily="34" charset="0"/>
              <a:buChar char="•"/>
            </a:pPr>
            <a:r>
              <a:rPr lang="en-US" sz="1600" b="1" dirty="0"/>
              <a:t>Scalability:</a:t>
            </a:r>
            <a:r>
              <a:rPr lang="en-US" sz="1600" dirty="0"/>
              <a:t> Designed to support future growth and integration of new features and technologies.</a:t>
            </a:r>
          </a:p>
          <a:p>
            <a:pPr>
              <a:buFont typeface="Arial" panose="020B0604020202020204" pitchFamily="34" charset="0"/>
              <a:buChar char="•"/>
            </a:pPr>
            <a:r>
              <a:rPr lang="en-US" sz="1600" b="1" dirty="0"/>
              <a:t>Continuous Improvement:</a:t>
            </a:r>
            <a:r>
              <a:rPr lang="en-US" sz="1600" dirty="0"/>
              <a:t> Regular updates based on user feedback ensure the platform evolves to meet changing needs and preferences.</a:t>
            </a:r>
          </a:p>
          <a:p>
            <a:endParaRPr lang="en-IN" sz="1600" dirty="0"/>
          </a:p>
        </p:txBody>
      </p:sp>
    </p:spTree>
    <p:extLst>
      <p:ext uri="{BB962C8B-B14F-4D97-AF65-F5344CB8AC3E}">
        <p14:creationId xmlns:p14="http://schemas.microsoft.com/office/powerpoint/2010/main" val="417253087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195"/>
                                        </p:tgtEl>
                                        <p:attrNameLst>
                                          <p:attrName>style.visibility</p:attrName>
                                        </p:attrNameLst>
                                      </p:cBhvr>
                                      <p:to>
                                        <p:strVal val="visible"/>
                                      </p:to>
                                    </p:set>
                                    <p:animEffect transition="in" filter="wipe(left)">
                                      <p:cBhvr>
                                        <p:cTn id="7" dur="500"/>
                                        <p:tgtEl>
                                          <p:spTgt spid="8195"/>
                                        </p:tgtEl>
                                      </p:cBhvr>
                                    </p:animEffect>
                                  </p:childTnLst>
                                </p:cTn>
                              </p:par>
                            </p:childTnLst>
                          </p:cTn>
                        </p:par>
                        <p:par>
                          <p:cTn id="8" fill="hold">
                            <p:stCondLst>
                              <p:cond delay="500"/>
                            </p:stCondLst>
                            <p:childTnLst>
                              <p:par>
                                <p:cTn id="9" presetID="49" presetClass="entr" presetSubtype="0" decel="100000" fill="hold" grpId="0" nodeType="afterEffect">
                                  <p:stCondLst>
                                    <p:cond delay="250"/>
                                  </p:stCondLst>
                                  <p:childTnLst>
                                    <p:set>
                                      <p:cBhvr>
                                        <p:cTn id="10" dur="1" fill="hold">
                                          <p:stCondLst>
                                            <p:cond delay="0"/>
                                          </p:stCondLst>
                                        </p:cTn>
                                        <p:tgtEl>
                                          <p:spTgt spid="8197"/>
                                        </p:tgtEl>
                                        <p:attrNameLst>
                                          <p:attrName>style.visibility</p:attrName>
                                        </p:attrNameLst>
                                      </p:cBhvr>
                                      <p:to>
                                        <p:strVal val="visible"/>
                                      </p:to>
                                    </p:set>
                                    <p:anim calcmode="lin" valueType="num">
                                      <p:cBhvr>
                                        <p:cTn id="11" dur="500" fill="hold"/>
                                        <p:tgtEl>
                                          <p:spTgt spid="8197"/>
                                        </p:tgtEl>
                                        <p:attrNameLst>
                                          <p:attrName>ppt_w</p:attrName>
                                        </p:attrNameLst>
                                      </p:cBhvr>
                                      <p:tavLst>
                                        <p:tav tm="0">
                                          <p:val>
                                            <p:fltVal val="0"/>
                                          </p:val>
                                        </p:tav>
                                        <p:tav tm="100000">
                                          <p:val>
                                            <p:strVal val="#ppt_w"/>
                                          </p:val>
                                        </p:tav>
                                      </p:tavLst>
                                    </p:anim>
                                    <p:anim calcmode="lin" valueType="num">
                                      <p:cBhvr>
                                        <p:cTn id="12" dur="500" fill="hold"/>
                                        <p:tgtEl>
                                          <p:spTgt spid="8197"/>
                                        </p:tgtEl>
                                        <p:attrNameLst>
                                          <p:attrName>ppt_h</p:attrName>
                                        </p:attrNameLst>
                                      </p:cBhvr>
                                      <p:tavLst>
                                        <p:tav tm="0">
                                          <p:val>
                                            <p:fltVal val="0"/>
                                          </p:val>
                                        </p:tav>
                                        <p:tav tm="100000">
                                          <p:val>
                                            <p:strVal val="#ppt_h"/>
                                          </p:val>
                                        </p:tav>
                                      </p:tavLst>
                                    </p:anim>
                                    <p:anim calcmode="lin" valueType="num">
                                      <p:cBhvr>
                                        <p:cTn id="13" dur="500" fill="hold"/>
                                        <p:tgtEl>
                                          <p:spTgt spid="8197"/>
                                        </p:tgtEl>
                                        <p:attrNameLst>
                                          <p:attrName>style.rotation</p:attrName>
                                        </p:attrNameLst>
                                      </p:cBhvr>
                                      <p:tavLst>
                                        <p:tav tm="0">
                                          <p:val>
                                            <p:fltVal val="360"/>
                                          </p:val>
                                        </p:tav>
                                        <p:tav tm="100000">
                                          <p:val>
                                            <p:fltVal val="0"/>
                                          </p:val>
                                        </p:tav>
                                      </p:tavLst>
                                    </p:anim>
                                    <p:animEffect transition="in" filter="fade">
                                      <p:cBhvr>
                                        <p:cTn id="14" dur="500"/>
                                        <p:tgtEl>
                                          <p:spTgt spid="8197"/>
                                        </p:tgtEl>
                                      </p:cBhvr>
                                    </p:animEffect>
                                  </p:childTnLst>
                                </p:cTn>
                              </p:par>
                            </p:childTnLst>
                          </p:cTn>
                        </p:par>
                        <p:par>
                          <p:cTn id="15" fill="hold">
                            <p:stCondLst>
                              <p:cond delay="1250"/>
                            </p:stCondLst>
                            <p:childTnLst>
                              <p:par>
                                <p:cTn id="16" presetID="22" presetClass="entr" presetSubtype="8" fill="hold" grpId="0" nodeType="afterEffect">
                                  <p:stCondLst>
                                    <p:cond delay="750"/>
                                  </p:stCondLst>
                                  <p:childTnLst>
                                    <p:set>
                                      <p:cBhvr>
                                        <p:cTn id="17" dur="1" fill="hold">
                                          <p:stCondLst>
                                            <p:cond delay="0"/>
                                          </p:stCondLst>
                                        </p:cTn>
                                        <p:tgtEl>
                                          <p:spTgt spid="8196"/>
                                        </p:tgtEl>
                                        <p:attrNameLst>
                                          <p:attrName>style.visibility</p:attrName>
                                        </p:attrNameLst>
                                      </p:cBhvr>
                                      <p:to>
                                        <p:strVal val="visible"/>
                                      </p:to>
                                    </p:set>
                                    <p:animEffect transition="in" filter="wipe(left)">
                                      <p:cBhvr>
                                        <p:cTn id="18" dur="500"/>
                                        <p:tgtEl>
                                          <p:spTgt spid="8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p:bldP spid="819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任意多边形 2"/>
          <p:cNvSpPr/>
          <p:nvPr/>
        </p:nvSpPr>
        <p:spPr>
          <a:xfrm>
            <a:off x="0" y="461963"/>
            <a:ext cx="4019550"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50000"/>
              <a:lumOff val="50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8196" name="文本框 3"/>
          <p:cNvSpPr txBox="1"/>
          <p:nvPr/>
        </p:nvSpPr>
        <p:spPr>
          <a:xfrm>
            <a:off x="1174750" y="403225"/>
            <a:ext cx="2844800" cy="460375"/>
          </a:xfrm>
          <a:prstGeom prst="rect">
            <a:avLst/>
          </a:prstGeom>
          <a:noFill/>
          <a:ln w="9525">
            <a:noFill/>
          </a:ln>
        </p:spPr>
        <p:txBody>
          <a:bodyPr anchor="t">
            <a:spAutoFit/>
          </a:bodyPr>
          <a:lstStyle/>
          <a:p>
            <a:pPr>
              <a:buFont typeface="Arial" panose="020B0604020202020204" pitchFamily="34" charset="0"/>
            </a:pPr>
            <a:r>
              <a:rPr lang="en-US" altLang="zh-CN" sz="2400" dirty="0">
                <a:latin typeface="Arial" panose="020B0604020202020204" pitchFamily="34" charset="0"/>
                <a:ea typeface="Arial" panose="020B0604020202020204" pitchFamily="34" charset="0"/>
              </a:rPr>
              <a:t>DE-MERITS </a:t>
            </a:r>
          </a:p>
        </p:txBody>
      </p:sp>
      <p:sp>
        <p:nvSpPr>
          <p:cNvPr id="8197" name="文本框 4"/>
          <p:cNvSpPr txBox="1"/>
          <p:nvPr/>
        </p:nvSpPr>
        <p:spPr>
          <a:xfrm>
            <a:off x="246063" y="115888"/>
            <a:ext cx="1117600" cy="922020"/>
          </a:xfrm>
          <a:prstGeom prst="rect">
            <a:avLst/>
          </a:prstGeom>
          <a:noFill/>
          <a:ln w="9525">
            <a:noFill/>
          </a:ln>
        </p:spPr>
        <p:txBody>
          <a:bodyPr anchor="t">
            <a:spAutoFit/>
          </a:bodyPr>
          <a:lstStyle/>
          <a:p>
            <a:pPr>
              <a:buFont typeface="Arial" panose="020B0604020202020204" pitchFamily="34" charset="0"/>
            </a:pPr>
            <a:r>
              <a:rPr lang="en-US" altLang="zh-CN" sz="5400" dirty="0">
                <a:latin typeface="Arial" panose="020B0604020202020204" pitchFamily="34" charset="0"/>
                <a:ea typeface="Arial" panose="020B0604020202020204" pitchFamily="34" charset="0"/>
              </a:rPr>
              <a:t>05</a:t>
            </a:r>
            <a:endParaRPr lang="zh-CN" altLang="en-US" sz="5400" dirty="0">
              <a:latin typeface="Arial" panose="020B0604020202020204" pitchFamily="34" charset="0"/>
              <a:ea typeface="Arial" panose="020B0604020202020204" pitchFamily="34" charset="0"/>
            </a:endParaRPr>
          </a:p>
        </p:txBody>
      </p:sp>
      <p:sp>
        <p:nvSpPr>
          <p:cNvPr id="4" name="TextBox 3">
            <a:extLst>
              <a:ext uri="{FF2B5EF4-FFF2-40B4-BE49-F238E27FC236}">
                <a16:creationId xmlns:a16="http://schemas.microsoft.com/office/drawing/2014/main" id="{03E78B9D-48B6-4E1F-BA07-E5B9C18DF63B}"/>
              </a:ext>
            </a:extLst>
          </p:cNvPr>
          <p:cNvSpPr txBox="1"/>
          <p:nvPr/>
        </p:nvSpPr>
        <p:spPr>
          <a:xfrm>
            <a:off x="804863" y="1037908"/>
            <a:ext cx="9802761" cy="5139869"/>
          </a:xfrm>
          <a:prstGeom prst="rect">
            <a:avLst/>
          </a:prstGeom>
          <a:noFill/>
        </p:spPr>
        <p:txBody>
          <a:bodyPr wrap="square" rtlCol="0">
            <a:spAutoFit/>
          </a:bodyPr>
          <a:lstStyle/>
          <a:p>
            <a:pPr marL="342900" indent="-342900">
              <a:buAutoNum type="arabicPeriod"/>
            </a:pPr>
            <a:r>
              <a:rPr lang="en-US" b="1" u="sng" dirty="0"/>
              <a:t>Limited Initial Features</a:t>
            </a:r>
            <a:endParaRPr lang="en-US" u="sng" dirty="0"/>
          </a:p>
          <a:p>
            <a:pPr>
              <a:buFont typeface="Arial" panose="020B0604020202020204" pitchFamily="34" charset="0"/>
              <a:buChar char="•"/>
            </a:pPr>
            <a:r>
              <a:rPr lang="en-US" sz="1600" b="1" dirty="0"/>
              <a:t>Basic Functionalities:</a:t>
            </a:r>
            <a:r>
              <a:rPr lang="en-US" sz="1600" dirty="0"/>
              <a:t> Initial version may lack advanced features like video sharing and content monetization, potentially limiting appeal.</a:t>
            </a:r>
          </a:p>
          <a:p>
            <a:pPr>
              <a:buFont typeface="Arial" panose="020B0604020202020204" pitchFamily="34" charset="0"/>
              <a:buChar char="•"/>
            </a:pPr>
            <a:r>
              <a:rPr lang="en-US" sz="1600" b="1" dirty="0"/>
              <a:t>Initial Language Support:</a:t>
            </a:r>
            <a:r>
              <a:rPr lang="en-US" sz="1600" dirty="0"/>
              <a:t> May support only a single language at launch, limiting accessibility for a global audience.</a:t>
            </a:r>
          </a:p>
          <a:p>
            <a:r>
              <a:rPr lang="en-US" b="1" dirty="0"/>
              <a:t>2. </a:t>
            </a:r>
            <a:r>
              <a:rPr lang="en-US" b="1" u="sng" dirty="0"/>
              <a:t>Resource Intensive</a:t>
            </a:r>
            <a:endParaRPr lang="en-US" u="sng" dirty="0"/>
          </a:p>
          <a:p>
            <a:pPr>
              <a:buFont typeface="Arial" panose="020B0604020202020204" pitchFamily="34" charset="0"/>
              <a:buChar char="•"/>
            </a:pPr>
            <a:r>
              <a:rPr lang="en-US" sz="1600" b="1" dirty="0"/>
              <a:t>Development and Maintenance:</a:t>
            </a:r>
            <a:r>
              <a:rPr lang="en-US" sz="1600" dirty="0"/>
              <a:t> Building and maintaining a secure, scalable platform requires significant time, effort, and financial resources.</a:t>
            </a:r>
          </a:p>
          <a:p>
            <a:pPr>
              <a:buFont typeface="Arial" panose="020B0604020202020204" pitchFamily="34" charset="0"/>
              <a:buChar char="•"/>
            </a:pPr>
            <a:r>
              <a:rPr lang="en-US" sz="1600" b="1" dirty="0"/>
              <a:t>User Support:</a:t>
            </a:r>
            <a:r>
              <a:rPr lang="en-US" sz="1600" dirty="0"/>
              <a:t> Providing continuous user support and managing feedback can be resource-intensive.</a:t>
            </a:r>
          </a:p>
          <a:p>
            <a:r>
              <a:rPr lang="en-US" b="1" dirty="0"/>
              <a:t>3</a:t>
            </a:r>
            <a:r>
              <a:rPr lang="en-US" b="1" u="sng" dirty="0"/>
              <a:t>. Market Competition</a:t>
            </a:r>
            <a:endParaRPr lang="en-US" u="sng" dirty="0"/>
          </a:p>
          <a:p>
            <a:pPr>
              <a:buFont typeface="Arial" panose="020B0604020202020204" pitchFamily="34" charset="0"/>
              <a:buChar char="•"/>
            </a:pPr>
            <a:r>
              <a:rPr lang="en-US" sz="1600" b="1" dirty="0"/>
              <a:t>Competitive Landscape:</a:t>
            </a:r>
            <a:r>
              <a:rPr lang="en-US" sz="1600" dirty="0"/>
              <a:t> High competition in the social media space makes gaining user traction challenging.</a:t>
            </a:r>
          </a:p>
          <a:p>
            <a:pPr>
              <a:buFont typeface="Arial" panose="020B0604020202020204" pitchFamily="34" charset="0"/>
              <a:buChar char="•"/>
            </a:pPr>
            <a:r>
              <a:rPr lang="en-US" sz="1600" b="1" dirty="0"/>
              <a:t>User Retention:</a:t>
            </a:r>
            <a:r>
              <a:rPr lang="en-US" sz="1600" dirty="0"/>
              <a:t> Keeping users engaged and preventing them from switching to other platforms requires continuous innovation.</a:t>
            </a:r>
          </a:p>
          <a:p>
            <a:r>
              <a:rPr lang="en-US" b="1" dirty="0"/>
              <a:t>4. </a:t>
            </a:r>
            <a:r>
              <a:rPr lang="en-US" b="1" u="sng" dirty="0"/>
              <a:t>Privacy Concerns</a:t>
            </a:r>
            <a:endParaRPr lang="en-US" u="sng" dirty="0"/>
          </a:p>
          <a:p>
            <a:pPr>
              <a:buFont typeface="Arial" panose="020B0604020202020204" pitchFamily="34" charset="0"/>
              <a:buChar char="•"/>
            </a:pPr>
            <a:r>
              <a:rPr lang="en-US" sz="1600" b="1" dirty="0"/>
              <a:t>User Data Handling:</a:t>
            </a:r>
            <a:r>
              <a:rPr lang="en-US" sz="1600" dirty="0"/>
              <a:t> Even with robust security measures, handling user data responsibly is critical to avoid damaging the platform's reputation.</a:t>
            </a:r>
          </a:p>
          <a:p>
            <a:pPr>
              <a:buFont typeface="Arial" panose="020B0604020202020204" pitchFamily="34" charset="0"/>
              <a:buChar char="•"/>
            </a:pPr>
            <a:r>
              <a:rPr lang="en-US" sz="1600" b="1" dirty="0"/>
              <a:t>Regulatory Compliance:</a:t>
            </a:r>
            <a:r>
              <a:rPr lang="en-US" sz="1600" dirty="0"/>
              <a:t> Adhering to various data protection regulations across different regions can be complex and demanding.</a:t>
            </a:r>
          </a:p>
        </p:txBody>
      </p:sp>
    </p:spTree>
    <p:extLst>
      <p:ext uri="{BB962C8B-B14F-4D97-AF65-F5344CB8AC3E}">
        <p14:creationId xmlns:p14="http://schemas.microsoft.com/office/powerpoint/2010/main" val="213236036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195"/>
                                        </p:tgtEl>
                                        <p:attrNameLst>
                                          <p:attrName>style.visibility</p:attrName>
                                        </p:attrNameLst>
                                      </p:cBhvr>
                                      <p:to>
                                        <p:strVal val="visible"/>
                                      </p:to>
                                    </p:set>
                                    <p:animEffect transition="in" filter="wipe(left)">
                                      <p:cBhvr>
                                        <p:cTn id="7" dur="500"/>
                                        <p:tgtEl>
                                          <p:spTgt spid="8195"/>
                                        </p:tgtEl>
                                      </p:cBhvr>
                                    </p:animEffect>
                                  </p:childTnLst>
                                </p:cTn>
                              </p:par>
                            </p:childTnLst>
                          </p:cTn>
                        </p:par>
                        <p:par>
                          <p:cTn id="8" fill="hold">
                            <p:stCondLst>
                              <p:cond delay="500"/>
                            </p:stCondLst>
                            <p:childTnLst>
                              <p:par>
                                <p:cTn id="9" presetID="49" presetClass="entr" presetSubtype="0" decel="100000" fill="hold" grpId="0" nodeType="afterEffect">
                                  <p:stCondLst>
                                    <p:cond delay="250"/>
                                  </p:stCondLst>
                                  <p:childTnLst>
                                    <p:set>
                                      <p:cBhvr>
                                        <p:cTn id="10" dur="1" fill="hold">
                                          <p:stCondLst>
                                            <p:cond delay="0"/>
                                          </p:stCondLst>
                                        </p:cTn>
                                        <p:tgtEl>
                                          <p:spTgt spid="8197"/>
                                        </p:tgtEl>
                                        <p:attrNameLst>
                                          <p:attrName>style.visibility</p:attrName>
                                        </p:attrNameLst>
                                      </p:cBhvr>
                                      <p:to>
                                        <p:strVal val="visible"/>
                                      </p:to>
                                    </p:set>
                                    <p:anim calcmode="lin" valueType="num">
                                      <p:cBhvr>
                                        <p:cTn id="11" dur="500" fill="hold"/>
                                        <p:tgtEl>
                                          <p:spTgt spid="8197"/>
                                        </p:tgtEl>
                                        <p:attrNameLst>
                                          <p:attrName>ppt_w</p:attrName>
                                        </p:attrNameLst>
                                      </p:cBhvr>
                                      <p:tavLst>
                                        <p:tav tm="0">
                                          <p:val>
                                            <p:fltVal val="0"/>
                                          </p:val>
                                        </p:tav>
                                        <p:tav tm="100000">
                                          <p:val>
                                            <p:strVal val="#ppt_w"/>
                                          </p:val>
                                        </p:tav>
                                      </p:tavLst>
                                    </p:anim>
                                    <p:anim calcmode="lin" valueType="num">
                                      <p:cBhvr>
                                        <p:cTn id="12" dur="500" fill="hold"/>
                                        <p:tgtEl>
                                          <p:spTgt spid="8197"/>
                                        </p:tgtEl>
                                        <p:attrNameLst>
                                          <p:attrName>ppt_h</p:attrName>
                                        </p:attrNameLst>
                                      </p:cBhvr>
                                      <p:tavLst>
                                        <p:tav tm="0">
                                          <p:val>
                                            <p:fltVal val="0"/>
                                          </p:val>
                                        </p:tav>
                                        <p:tav tm="100000">
                                          <p:val>
                                            <p:strVal val="#ppt_h"/>
                                          </p:val>
                                        </p:tav>
                                      </p:tavLst>
                                    </p:anim>
                                    <p:anim calcmode="lin" valueType="num">
                                      <p:cBhvr>
                                        <p:cTn id="13" dur="500" fill="hold"/>
                                        <p:tgtEl>
                                          <p:spTgt spid="8197"/>
                                        </p:tgtEl>
                                        <p:attrNameLst>
                                          <p:attrName>style.rotation</p:attrName>
                                        </p:attrNameLst>
                                      </p:cBhvr>
                                      <p:tavLst>
                                        <p:tav tm="0">
                                          <p:val>
                                            <p:fltVal val="360"/>
                                          </p:val>
                                        </p:tav>
                                        <p:tav tm="100000">
                                          <p:val>
                                            <p:fltVal val="0"/>
                                          </p:val>
                                        </p:tav>
                                      </p:tavLst>
                                    </p:anim>
                                    <p:animEffect transition="in" filter="fade">
                                      <p:cBhvr>
                                        <p:cTn id="14" dur="500"/>
                                        <p:tgtEl>
                                          <p:spTgt spid="8197"/>
                                        </p:tgtEl>
                                      </p:cBhvr>
                                    </p:animEffect>
                                  </p:childTnLst>
                                </p:cTn>
                              </p:par>
                            </p:childTnLst>
                          </p:cTn>
                        </p:par>
                        <p:par>
                          <p:cTn id="15" fill="hold">
                            <p:stCondLst>
                              <p:cond delay="1250"/>
                            </p:stCondLst>
                            <p:childTnLst>
                              <p:par>
                                <p:cTn id="16" presetID="22" presetClass="entr" presetSubtype="8" fill="hold" grpId="0" nodeType="afterEffect">
                                  <p:stCondLst>
                                    <p:cond delay="750"/>
                                  </p:stCondLst>
                                  <p:childTnLst>
                                    <p:set>
                                      <p:cBhvr>
                                        <p:cTn id="17" dur="1" fill="hold">
                                          <p:stCondLst>
                                            <p:cond delay="0"/>
                                          </p:stCondLst>
                                        </p:cTn>
                                        <p:tgtEl>
                                          <p:spTgt spid="8196"/>
                                        </p:tgtEl>
                                        <p:attrNameLst>
                                          <p:attrName>style.visibility</p:attrName>
                                        </p:attrNameLst>
                                      </p:cBhvr>
                                      <p:to>
                                        <p:strVal val="visible"/>
                                      </p:to>
                                    </p:set>
                                    <p:animEffect transition="in" filter="wipe(left)">
                                      <p:cBhvr>
                                        <p:cTn id="18" dur="500"/>
                                        <p:tgtEl>
                                          <p:spTgt spid="8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p:bldP spid="819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任意多边形 2"/>
          <p:cNvSpPr/>
          <p:nvPr/>
        </p:nvSpPr>
        <p:spPr>
          <a:xfrm>
            <a:off x="0" y="461963"/>
            <a:ext cx="4019550"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50000"/>
              <a:lumOff val="50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8196" name="文本框 3"/>
          <p:cNvSpPr txBox="1"/>
          <p:nvPr/>
        </p:nvSpPr>
        <p:spPr>
          <a:xfrm>
            <a:off x="1174750" y="403225"/>
            <a:ext cx="2844800" cy="460375"/>
          </a:xfrm>
          <a:prstGeom prst="rect">
            <a:avLst/>
          </a:prstGeom>
          <a:noFill/>
          <a:ln w="9525">
            <a:noFill/>
          </a:ln>
        </p:spPr>
        <p:txBody>
          <a:bodyPr anchor="t">
            <a:spAutoFit/>
          </a:bodyPr>
          <a:lstStyle/>
          <a:p>
            <a:pPr>
              <a:buFont typeface="Arial" panose="020B0604020202020204" pitchFamily="34" charset="0"/>
            </a:pPr>
            <a:r>
              <a:rPr lang="en-US" altLang="zh-CN" sz="2400" dirty="0">
                <a:latin typeface="Arial" panose="020B0604020202020204" pitchFamily="34" charset="0"/>
                <a:ea typeface="Arial" panose="020B0604020202020204" pitchFamily="34" charset="0"/>
              </a:rPr>
              <a:t>SCOPE </a:t>
            </a:r>
          </a:p>
        </p:txBody>
      </p:sp>
      <p:sp>
        <p:nvSpPr>
          <p:cNvPr id="8197" name="文本框 4"/>
          <p:cNvSpPr txBox="1"/>
          <p:nvPr/>
        </p:nvSpPr>
        <p:spPr>
          <a:xfrm>
            <a:off x="246063" y="115888"/>
            <a:ext cx="1117600" cy="922020"/>
          </a:xfrm>
          <a:prstGeom prst="rect">
            <a:avLst/>
          </a:prstGeom>
          <a:noFill/>
          <a:ln w="9525">
            <a:noFill/>
          </a:ln>
        </p:spPr>
        <p:txBody>
          <a:bodyPr anchor="t">
            <a:spAutoFit/>
          </a:bodyPr>
          <a:lstStyle/>
          <a:p>
            <a:pPr>
              <a:buFont typeface="Arial" panose="020B0604020202020204" pitchFamily="34" charset="0"/>
            </a:pPr>
            <a:r>
              <a:rPr lang="en-US" altLang="zh-CN" sz="5400" dirty="0">
                <a:latin typeface="Arial" panose="020B0604020202020204" pitchFamily="34" charset="0"/>
                <a:ea typeface="Arial" panose="020B0604020202020204" pitchFamily="34" charset="0"/>
              </a:rPr>
              <a:t>06</a:t>
            </a:r>
            <a:endParaRPr lang="zh-CN" altLang="en-US" sz="5400" dirty="0">
              <a:latin typeface="Arial" panose="020B0604020202020204" pitchFamily="34" charset="0"/>
              <a:ea typeface="Arial" panose="020B0604020202020204" pitchFamily="34" charset="0"/>
            </a:endParaRPr>
          </a:p>
        </p:txBody>
      </p:sp>
      <p:sp>
        <p:nvSpPr>
          <p:cNvPr id="3" name="Rectangle 1">
            <a:extLst>
              <a:ext uri="{FF2B5EF4-FFF2-40B4-BE49-F238E27FC236}">
                <a16:creationId xmlns:a16="http://schemas.microsoft.com/office/drawing/2014/main" id="{43CD9465-102C-12B5-D9AB-A4DB6B2ACA44}"/>
              </a:ext>
            </a:extLst>
          </p:cNvPr>
          <p:cNvSpPr>
            <a:spLocks noChangeArrowheads="1"/>
          </p:cNvSpPr>
          <p:nvPr/>
        </p:nvSpPr>
        <p:spPr bwMode="auto">
          <a:xfrm>
            <a:off x="0" y="1619292"/>
            <a:ext cx="12409166"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sz="2700" b="1" dirty="0">
                <a:highlight>
                  <a:srgbClr val="000000"/>
                </a:highlight>
                <a:latin typeface="Arial" panose="020B0604020202020204" pitchFamily="34" charset="0"/>
              </a:rPr>
              <a:t>The various objectives of the Social Media Website can be laid as follows:</a:t>
            </a:r>
            <a:endParaRPr kumimoji="0" lang="en-US" altLang="en-US" sz="2700" b="1" i="0" u="none" strike="noStrike" cap="none" normalizeH="0" baseline="0" dirty="0">
              <a:ln>
                <a:noFill/>
              </a:ln>
              <a:solidFill>
                <a:schemeClr val="tx1"/>
              </a:solidFill>
              <a:effectLst/>
              <a:highlight>
                <a:srgbClr val="0000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2500" b="1" dirty="0">
              <a:highlight>
                <a:srgbClr val="0000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Connect Users</a:t>
            </a:r>
            <a:r>
              <a:rPr kumimoji="0" lang="en-US" altLang="en-US" sz="1800" b="0" i="0" u="none" strike="noStrike" cap="none" normalizeH="0" baseline="0" dirty="0">
                <a:ln>
                  <a:noFill/>
                </a:ln>
                <a:solidFill>
                  <a:schemeClr val="tx1"/>
                </a:solidFill>
                <a:effectLst/>
                <a:latin typeface="Arial" panose="020B0604020202020204" pitchFamily="34" charset="0"/>
              </a:rPr>
              <a:t>: Facilitate connections between individuals, enabling them to interact with friends, family, and</a:t>
            </a:r>
          </a:p>
          <a:p>
            <a:pPr lvl="4" defTabSz="914400"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 like-minded people across the globe.</a:t>
            </a:r>
          </a:p>
          <a:p>
            <a:pPr lvl="4" defTabSz="914400" eaLnBrk="0" fontAlgn="base" hangingPunct="0">
              <a:spcBef>
                <a:spcPct val="0"/>
              </a:spcBef>
              <a:spcAft>
                <a:spcPct val="0"/>
              </a:spcAf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Content Sharing</a:t>
            </a:r>
            <a:r>
              <a:rPr kumimoji="0" lang="en-US" altLang="en-US" sz="1800" b="0" i="0" u="none" strike="noStrike" cap="none" normalizeH="0" baseline="0" dirty="0">
                <a:ln>
                  <a:noFill/>
                </a:ln>
                <a:solidFill>
                  <a:schemeClr val="tx1"/>
                </a:solidFill>
                <a:effectLst/>
                <a:latin typeface="Arial" panose="020B0604020202020204" pitchFamily="34" charset="0"/>
              </a:rPr>
              <a:t>: Provide a platform for users to share various types of content, such as text updates, photos, videos, </a:t>
            </a:r>
          </a:p>
          <a:p>
            <a:pPr lvl="4" defTabSz="914400"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   and links, fostering creative expression and communication.</a:t>
            </a:r>
          </a:p>
          <a:p>
            <a:pPr lvl="4" defTabSz="914400" eaLnBrk="0" fontAlgn="base" hangingPunct="0">
              <a:spcBef>
                <a:spcPct val="0"/>
              </a:spcBef>
              <a:spcAft>
                <a:spcPct val="0"/>
              </a:spcAf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Community Building</a:t>
            </a:r>
            <a:r>
              <a:rPr kumimoji="0" lang="en-US" altLang="en-US" sz="1800" b="0" i="0" u="none" strike="noStrike" cap="none" normalizeH="0" baseline="0" dirty="0">
                <a:ln>
                  <a:noFill/>
                </a:ln>
                <a:solidFill>
                  <a:schemeClr val="tx1"/>
                </a:solidFill>
                <a:effectLst/>
                <a:latin typeface="Arial" panose="020B0604020202020204" pitchFamily="34" charset="0"/>
              </a:rPr>
              <a:t>: Create spaces for users to join and participate in communities or groups based on shared </a:t>
            </a:r>
          </a:p>
          <a:p>
            <a:pPr lvl="4" defTabSz="914400"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          interests, hobbies, or professional fields.</a:t>
            </a:r>
          </a:p>
          <a:p>
            <a:pPr lvl="4" defTabSz="914400" eaLnBrk="0" fontAlgn="base" hangingPunct="0">
              <a:spcBef>
                <a:spcPct val="0"/>
              </a:spcBef>
              <a:spcAft>
                <a:spcPct val="0"/>
              </a:spcAf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Engagement and Interaction</a:t>
            </a:r>
            <a:r>
              <a:rPr kumimoji="0" lang="en-US" altLang="en-US" sz="1800" b="0" i="0" u="none" strike="noStrike" cap="none" normalizeH="0" baseline="0" dirty="0">
                <a:ln>
                  <a:noFill/>
                </a:ln>
                <a:solidFill>
                  <a:schemeClr val="tx1"/>
                </a:solidFill>
                <a:effectLst/>
                <a:latin typeface="Arial" panose="020B0604020202020204" pitchFamily="34" charset="0"/>
              </a:rPr>
              <a:t>: Encourage active participation through features like likes, comments, shares, and </a:t>
            </a:r>
          </a:p>
          <a:p>
            <a:pPr lvl="7" defTabSz="914400" eaLnBrk="0" fontAlgn="base" hangingPunct="0">
              <a:spcBef>
                <a:spcPct val="0"/>
              </a:spcBef>
              <a:spcAft>
                <a:spcPct val="0"/>
              </a:spcAft>
            </a:pPr>
            <a:r>
              <a:rPr lang="en-US" altLang="en-US" dirty="0">
                <a:latin typeface="Arial" panose="020B0604020202020204" pitchFamily="34" charset="0"/>
              </a:rPr>
              <a:t>  </a:t>
            </a:r>
            <a:r>
              <a:rPr kumimoji="0" lang="en-US" altLang="en-US" b="0" i="0" u="none" strike="noStrike" cap="none" normalizeH="0" baseline="0" dirty="0">
                <a:ln>
                  <a:noFill/>
                </a:ln>
                <a:solidFill>
                  <a:schemeClr val="tx1"/>
                </a:solidFill>
                <a:effectLst/>
                <a:latin typeface="Arial" panose="020B0604020202020204" pitchFamily="34" charset="0"/>
              </a:rPr>
              <a:t>messaging, promoting ongoing engagement and conversation.</a:t>
            </a:r>
          </a:p>
        </p:txBody>
      </p:sp>
    </p:spTree>
    <p:extLst>
      <p:ext uri="{BB962C8B-B14F-4D97-AF65-F5344CB8AC3E}">
        <p14:creationId xmlns:p14="http://schemas.microsoft.com/office/powerpoint/2010/main" val="225027191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195"/>
                                        </p:tgtEl>
                                        <p:attrNameLst>
                                          <p:attrName>style.visibility</p:attrName>
                                        </p:attrNameLst>
                                      </p:cBhvr>
                                      <p:to>
                                        <p:strVal val="visible"/>
                                      </p:to>
                                    </p:set>
                                    <p:animEffect transition="in" filter="wipe(left)">
                                      <p:cBhvr>
                                        <p:cTn id="7" dur="500"/>
                                        <p:tgtEl>
                                          <p:spTgt spid="8195"/>
                                        </p:tgtEl>
                                      </p:cBhvr>
                                    </p:animEffect>
                                  </p:childTnLst>
                                </p:cTn>
                              </p:par>
                            </p:childTnLst>
                          </p:cTn>
                        </p:par>
                        <p:par>
                          <p:cTn id="8" fill="hold">
                            <p:stCondLst>
                              <p:cond delay="500"/>
                            </p:stCondLst>
                            <p:childTnLst>
                              <p:par>
                                <p:cTn id="9" presetID="49" presetClass="entr" presetSubtype="0" decel="100000" fill="hold" grpId="0" nodeType="afterEffect">
                                  <p:stCondLst>
                                    <p:cond delay="250"/>
                                  </p:stCondLst>
                                  <p:childTnLst>
                                    <p:set>
                                      <p:cBhvr>
                                        <p:cTn id="10" dur="1" fill="hold">
                                          <p:stCondLst>
                                            <p:cond delay="0"/>
                                          </p:stCondLst>
                                        </p:cTn>
                                        <p:tgtEl>
                                          <p:spTgt spid="8197"/>
                                        </p:tgtEl>
                                        <p:attrNameLst>
                                          <p:attrName>style.visibility</p:attrName>
                                        </p:attrNameLst>
                                      </p:cBhvr>
                                      <p:to>
                                        <p:strVal val="visible"/>
                                      </p:to>
                                    </p:set>
                                    <p:anim calcmode="lin" valueType="num">
                                      <p:cBhvr>
                                        <p:cTn id="11" dur="500" fill="hold"/>
                                        <p:tgtEl>
                                          <p:spTgt spid="8197"/>
                                        </p:tgtEl>
                                        <p:attrNameLst>
                                          <p:attrName>ppt_w</p:attrName>
                                        </p:attrNameLst>
                                      </p:cBhvr>
                                      <p:tavLst>
                                        <p:tav tm="0">
                                          <p:val>
                                            <p:fltVal val="0"/>
                                          </p:val>
                                        </p:tav>
                                        <p:tav tm="100000">
                                          <p:val>
                                            <p:strVal val="#ppt_w"/>
                                          </p:val>
                                        </p:tav>
                                      </p:tavLst>
                                    </p:anim>
                                    <p:anim calcmode="lin" valueType="num">
                                      <p:cBhvr>
                                        <p:cTn id="12" dur="500" fill="hold"/>
                                        <p:tgtEl>
                                          <p:spTgt spid="8197"/>
                                        </p:tgtEl>
                                        <p:attrNameLst>
                                          <p:attrName>ppt_h</p:attrName>
                                        </p:attrNameLst>
                                      </p:cBhvr>
                                      <p:tavLst>
                                        <p:tav tm="0">
                                          <p:val>
                                            <p:fltVal val="0"/>
                                          </p:val>
                                        </p:tav>
                                        <p:tav tm="100000">
                                          <p:val>
                                            <p:strVal val="#ppt_h"/>
                                          </p:val>
                                        </p:tav>
                                      </p:tavLst>
                                    </p:anim>
                                    <p:anim calcmode="lin" valueType="num">
                                      <p:cBhvr>
                                        <p:cTn id="13" dur="500" fill="hold"/>
                                        <p:tgtEl>
                                          <p:spTgt spid="8197"/>
                                        </p:tgtEl>
                                        <p:attrNameLst>
                                          <p:attrName>style.rotation</p:attrName>
                                        </p:attrNameLst>
                                      </p:cBhvr>
                                      <p:tavLst>
                                        <p:tav tm="0">
                                          <p:val>
                                            <p:fltVal val="360"/>
                                          </p:val>
                                        </p:tav>
                                        <p:tav tm="100000">
                                          <p:val>
                                            <p:fltVal val="0"/>
                                          </p:val>
                                        </p:tav>
                                      </p:tavLst>
                                    </p:anim>
                                    <p:animEffect transition="in" filter="fade">
                                      <p:cBhvr>
                                        <p:cTn id="14" dur="500"/>
                                        <p:tgtEl>
                                          <p:spTgt spid="8197"/>
                                        </p:tgtEl>
                                      </p:cBhvr>
                                    </p:animEffect>
                                  </p:childTnLst>
                                </p:cTn>
                              </p:par>
                            </p:childTnLst>
                          </p:cTn>
                        </p:par>
                        <p:par>
                          <p:cTn id="15" fill="hold">
                            <p:stCondLst>
                              <p:cond delay="1250"/>
                            </p:stCondLst>
                            <p:childTnLst>
                              <p:par>
                                <p:cTn id="16" presetID="22" presetClass="entr" presetSubtype="8" fill="hold" grpId="0" nodeType="afterEffect">
                                  <p:stCondLst>
                                    <p:cond delay="750"/>
                                  </p:stCondLst>
                                  <p:childTnLst>
                                    <p:set>
                                      <p:cBhvr>
                                        <p:cTn id="17" dur="1" fill="hold">
                                          <p:stCondLst>
                                            <p:cond delay="0"/>
                                          </p:stCondLst>
                                        </p:cTn>
                                        <p:tgtEl>
                                          <p:spTgt spid="8196"/>
                                        </p:tgtEl>
                                        <p:attrNameLst>
                                          <p:attrName>style.visibility</p:attrName>
                                        </p:attrNameLst>
                                      </p:cBhvr>
                                      <p:to>
                                        <p:strVal val="visible"/>
                                      </p:to>
                                    </p:set>
                                    <p:animEffect transition="in" filter="wipe(left)">
                                      <p:cBhvr>
                                        <p:cTn id="18" dur="500"/>
                                        <p:tgtEl>
                                          <p:spTgt spid="8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p:bldP spid="819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任意多边形 2"/>
          <p:cNvSpPr/>
          <p:nvPr/>
        </p:nvSpPr>
        <p:spPr>
          <a:xfrm>
            <a:off x="0" y="406400"/>
            <a:ext cx="5510530"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50000"/>
              <a:lumOff val="50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8196" name="文本框 3"/>
          <p:cNvSpPr txBox="1"/>
          <p:nvPr/>
        </p:nvSpPr>
        <p:spPr>
          <a:xfrm>
            <a:off x="1174750" y="344805"/>
            <a:ext cx="5226050" cy="460375"/>
          </a:xfrm>
          <a:prstGeom prst="rect">
            <a:avLst/>
          </a:prstGeom>
          <a:noFill/>
          <a:ln w="9525">
            <a:noFill/>
          </a:ln>
        </p:spPr>
        <p:txBody>
          <a:bodyPr wrap="square" anchor="t">
            <a:spAutoFit/>
          </a:bodyPr>
          <a:lstStyle/>
          <a:p>
            <a:pPr>
              <a:buFont typeface="Arial" panose="020B0604020202020204" pitchFamily="34" charset="0"/>
            </a:pPr>
            <a:r>
              <a:rPr lang="en-US" altLang="zh-CN" sz="2400" dirty="0">
                <a:latin typeface="Arial" panose="020B0604020202020204" pitchFamily="34" charset="0"/>
                <a:ea typeface="Arial" panose="020B0604020202020204" pitchFamily="34" charset="0"/>
              </a:rPr>
              <a:t>SYSTEM REQUIREMENT</a:t>
            </a:r>
          </a:p>
        </p:txBody>
      </p:sp>
      <p:sp>
        <p:nvSpPr>
          <p:cNvPr id="8197" name="文本框 4"/>
          <p:cNvSpPr txBox="1"/>
          <p:nvPr/>
        </p:nvSpPr>
        <p:spPr>
          <a:xfrm>
            <a:off x="246063" y="115888"/>
            <a:ext cx="1117600" cy="922020"/>
          </a:xfrm>
          <a:prstGeom prst="rect">
            <a:avLst/>
          </a:prstGeom>
          <a:noFill/>
          <a:ln w="9525">
            <a:noFill/>
          </a:ln>
        </p:spPr>
        <p:txBody>
          <a:bodyPr anchor="t">
            <a:spAutoFit/>
          </a:bodyPr>
          <a:lstStyle/>
          <a:p>
            <a:pPr>
              <a:buFont typeface="Arial" panose="020B0604020202020204" pitchFamily="34" charset="0"/>
            </a:pPr>
            <a:r>
              <a:rPr lang="en-US" altLang="zh-CN" sz="5400" dirty="0">
                <a:latin typeface="Arial" panose="020B0604020202020204" pitchFamily="34" charset="0"/>
                <a:ea typeface="Arial" panose="020B0604020202020204" pitchFamily="34" charset="0"/>
              </a:rPr>
              <a:t>07</a:t>
            </a:r>
            <a:endParaRPr lang="zh-CN" altLang="en-US" sz="5400" dirty="0">
              <a:latin typeface="Arial" panose="020B0604020202020204" pitchFamily="34" charset="0"/>
              <a:ea typeface="Arial" panose="020B0604020202020204" pitchFamily="34" charset="0"/>
            </a:endParaRPr>
          </a:p>
        </p:txBody>
      </p:sp>
      <p:sp>
        <p:nvSpPr>
          <p:cNvPr id="12" name="Text Box 11"/>
          <p:cNvSpPr txBox="1"/>
          <p:nvPr/>
        </p:nvSpPr>
        <p:spPr>
          <a:xfrm>
            <a:off x="91440" y="1344295"/>
            <a:ext cx="5080000" cy="675640"/>
          </a:xfrm>
          <a:prstGeom prst="rect">
            <a:avLst/>
          </a:prstGeom>
          <a:noFill/>
          <a:ln w="9525">
            <a:noFill/>
          </a:ln>
        </p:spPr>
        <p:txBody>
          <a:bodyPr>
            <a:spAutoFit/>
          </a:bodyPr>
          <a:lstStyle/>
          <a:p>
            <a:r>
              <a:rPr lang="en-US" sz="1600" b="1" dirty="0">
                <a:uFill>
                  <a:solidFill>
                    <a:srgbClr val="0D0D0D"/>
                  </a:solidFill>
                </a:uFill>
                <a:latin typeface="Arial" panose="020B0604020202020204" pitchFamily="34" charset="0"/>
              </a:rPr>
              <a:t>HARDWARE REQUIREMENT:</a:t>
            </a:r>
            <a:r>
              <a:rPr lang="en-US" sz="1600" b="1" dirty="0">
                <a:latin typeface="Arial" panose="020B0604020202020204" pitchFamily="34" charset="0"/>
              </a:rPr>
              <a:t> </a:t>
            </a:r>
            <a:endParaRPr lang="en-US" sz="2200" b="1" dirty="0">
              <a:latin typeface="Calibri" panose="020F0502020204030204" pitchFamily="34" charset="0"/>
              <a:cs typeface="Times New Roman" panose="02020603050405020304" charset="0"/>
            </a:endParaRPr>
          </a:p>
          <a:p>
            <a:r>
              <a:rPr lang="en-US" sz="2200" b="1" dirty="0">
                <a:latin typeface="Calibri" panose="020F0502020204030204" pitchFamily="34" charset="0"/>
                <a:cs typeface="Times New Roman" panose="02020603050405020304" charset="0"/>
              </a:rPr>
              <a:t>    </a:t>
            </a:r>
          </a:p>
        </p:txBody>
      </p:sp>
      <p:graphicFrame>
        <p:nvGraphicFramePr>
          <p:cNvPr id="13" name="Table 12"/>
          <p:cNvGraphicFramePr/>
          <p:nvPr>
            <p:extLst>
              <p:ext uri="{D42A27DB-BD31-4B8C-83A1-F6EECF244321}">
                <p14:modId xmlns:p14="http://schemas.microsoft.com/office/powerpoint/2010/main" val="1156948799"/>
              </p:ext>
            </p:extLst>
          </p:nvPr>
        </p:nvGraphicFramePr>
        <p:xfrm>
          <a:off x="3170555" y="2093595"/>
          <a:ext cx="5158106" cy="1108710"/>
        </p:xfrm>
        <a:graphic>
          <a:graphicData uri="http://schemas.openxmlformats.org/drawingml/2006/table">
            <a:tbl>
              <a:tblPr firstRow="1" bandRow="1">
                <a:tableStyleId>{5940675A-B579-460E-94D1-54222C63F5DA}</a:tableStyleId>
              </a:tblPr>
              <a:tblGrid>
                <a:gridCol w="279718">
                  <a:extLst>
                    <a:ext uri="{9D8B030D-6E8A-4147-A177-3AD203B41FA5}">
                      <a16:colId xmlns:a16="http://schemas.microsoft.com/office/drawing/2014/main" val="20000"/>
                    </a:ext>
                  </a:extLst>
                </a:gridCol>
                <a:gridCol w="2282825">
                  <a:extLst>
                    <a:ext uri="{9D8B030D-6E8A-4147-A177-3AD203B41FA5}">
                      <a16:colId xmlns:a16="http://schemas.microsoft.com/office/drawing/2014/main" val="20001"/>
                    </a:ext>
                  </a:extLst>
                </a:gridCol>
                <a:gridCol w="2595563">
                  <a:extLst>
                    <a:ext uri="{9D8B030D-6E8A-4147-A177-3AD203B41FA5}">
                      <a16:colId xmlns:a16="http://schemas.microsoft.com/office/drawing/2014/main" val="20002"/>
                    </a:ext>
                  </a:extLst>
                </a:gridCol>
              </a:tblGrid>
              <a:tr h="288290">
                <a:tc>
                  <a:txBody>
                    <a:bodyPr/>
                    <a:lstStyle/>
                    <a:p>
                      <a:pPr indent="0">
                        <a:buNone/>
                      </a:pPr>
                      <a:r>
                        <a:rPr lang="en-US" sz="1600" b="0" dirty="0">
                          <a:solidFill>
                            <a:schemeClr val="bg1"/>
                          </a:solidFill>
                          <a:latin typeface="Segoe UI Symbol" panose="020B0502040204020203" charset="0"/>
                          <a:cs typeface="Segoe UI Symbol" panose="020B0502040204020203" charset="0"/>
                        </a:rPr>
                        <a:t>•</a:t>
                      </a:r>
                      <a:endParaRPr lang="en-US" sz="1600" b="0" dirty="0">
                        <a:solidFill>
                          <a:schemeClr val="bg1"/>
                        </a:solidFill>
                        <a:latin typeface="Segoe UI Symbol" panose="020B0502040204020203" charset="0"/>
                        <a:ea typeface="Segoe UI Symbol" panose="020B0502040204020203" charset="0"/>
                        <a:cs typeface="Segoe UI Symbol" panose="020B0502040204020203" charset="0"/>
                      </a:endParaRPr>
                    </a:p>
                  </a:txBody>
                  <a:tcPr marL="68580" marR="73025" marT="44450" marB="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p>
                      <a:pPr indent="0">
                        <a:buNone/>
                      </a:pPr>
                      <a:r>
                        <a:rPr lang="en-US" sz="1600" b="0" dirty="0">
                          <a:solidFill>
                            <a:schemeClr val="bg1"/>
                          </a:solidFill>
                          <a:latin typeface="Calibri" panose="020F0502020204030204" pitchFamily="34" charset="0"/>
                          <a:cs typeface="Calibri" panose="020F0502020204030204" pitchFamily="34" charset="0"/>
                        </a:rPr>
                        <a:t>PROCESSOR </a:t>
                      </a:r>
                      <a:endParaRPr lang="en-US" sz="1600" b="0"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68580" marR="73025" marT="44450" marB="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p>
                      <a:pPr indent="0">
                        <a:buNone/>
                      </a:pPr>
                      <a:r>
                        <a:rPr lang="en-US" sz="1600" b="0" dirty="0">
                          <a:solidFill>
                            <a:schemeClr val="bg1"/>
                          </a:solidFill>
                          <a:latin typeface="Calibri" panose="020F0502020204030204" pitchFamily="34" charset="0"/>
                          <a:cs typeface="Calibri" panose="020F0502020204030204" pitchFamily="34" charset="0"/>
                        </a:rPr>
                        <a:t>Dual core and above </a:t>
                      </a:r>
                      <a:endParaRPr lang="en-US" sz="1600" b="0"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68580" marR="73025" marT="4445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495300">
                <a:tc>
                  <a:txBody>
                    <a:bodyPr/>
                    <a:lstStyle/>
                    <a:p>
                      <a:pPr indent="0">
                        <a:buNone/>
                      </a:pPr>
                      <a:r>
                        <a:rPr lang="en-US" sz="1600" b="0" dirty="0">
                          <a:solidFill>
                            <a:schemeClr val="bg1"/>
                          </a:solidFill>
                          <a:latin typeface="Segoe UI Symbol" panose="020B0502040204020203" charset="0"/>
                          <a:cs typeface="Segoe UI Symbol" panose="020B0502040204020203" charset="0"/>
                        </a:rPr>
                        <a:t>•</a:t>
                      </a:r>
                      <a:endParaRPr lang="en-US" sz="1600" b="0" dirty="0">
                        <a:solidFill>
                          <a:schemeClr val="bg1"/>
                        </a:solidFill>
                        <a:latin typeface="Segoe UI Symbol" panose="020B0502040204020203" charset="0"/>
                        <a:ea typeface="Segoe UI Symbol" panose="020B0502040204020203" charset="0"/>
                        <a:cs typeface="Segoe UI Symbol" panose="020B0502040204020203" charset="0"/>
                      </a:endParaRPr>
                    </a:p>
                  </a:txBody>
                  <a:tcPr marL="68580" marR="73025" marT="44450" marB="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p>
                      <a:pPr indent="0">
                        <a:buNone/>
                      </a:pPr>
                      <a:r>
                        <a:rPr lang="en-US" sz="1600" b="0" dirty="0">
                          <a:solidFill>
                            <a:schemeClr val="bg1"/>
                          </a:solidFill>
                          <a:latin typeface="Calibri" panose="020F0502020204030204" pitchFamily="34" charset="0"/>
                          <a:cs typeface="Calibri" panose="020F0502020204030204" pitchFamily="34" charset="0"/>
                        </a:rPr>
                        <a:t>RAM / ROM</a:t>
                      </a:r>
                      <a:endParaRPr lang="en-US" sz="1600" b="0"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68580" marR="73025" marT="44450" marB="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p>
                      <a:pPr indent="0">
                        <a:buNone/>
                      </a:pPr>
                      <a:r>
                        <a:rPr lang="en-US" sz="1600" b="0" dirty="0">
                          <a:solidFill>
                            <a:schemeClr val="bg1"/>
                          </a:solidFill>
                          <a:latin typeface="Calibri" panose="020F0502020204030204" pitchFamily="34" charset="0"/>
                          <a:cs typeface="Calibri" panose="020F0502020204030204" pitchFamily="34" charset="0"/>
                        </a:rPr>
                        <a:t>10 Gb of free disk space &amp; minimum 8Gb of RAM </a:t>
                      </a:r>
                      <a:endParaRPr lang="en-US" sz="1600" b="0"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68580" marR="73025" marT="4445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1"/>
                  </a:ext>
                </a:extLst>
              </a:tr>
              <a:tr h="254000">
                <a:tc>
                  <a:txBody>
                    <a:bodyPr/>
                    <a:lstStyle/>
                    <a:p>
                      <a:pPr indent="0">
                        <a:buNone/>
                      </a:pPr>
                      <a:r>
                        <a:rPr lang="en-US" sz="1600" b="0" dirty="0">
                          <a:solidFill>
                            <a:schemeClr val="bg1"/>
                          </a:solidFill>
                          <a:latin typeface="Segoe UI Symbol" panose="020B0502040204020203" charset="0"/>
                          <a:cs typeface="Segoe UI Symbol" panose="020B0502040204020203" charset="0"/>
                        </a:rPr>
                        <a:t>•</a:t>
                      </a:r>
                      <a:endParaRPr lang="en-US" sz="1600" b="0" dirty="0">
                        <a:solidFill>
                          <a:schemeClr val="bg1"/>
                        </a:solidFill>
                        <a:latin typeface="Segoe UI Symbol" panose="020B0502040204020203" charset="0"/>
                        <a:ea typeface="Segoe UI Symbol" panose="020B0502040204020203" charset="0"/>
                        <a:cs typeface="Segoe UI Symbol" panose="020B0502040204020203" charset="0"/>
                      </a:endParaRPr>
                    </a:p>
                  </a:txBody>
                  <a:tcPr marL="68580" marR="73025" marT="44450" marB="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p>
                      <a:pPr indent="0">
                        <a:buNone/>
                      </a:pPr>
                      <a:r>
                        <a:rPr lang="en-US" sz="1600" b="0" dirty="0">
                          <a:solidFill>
                            <a:schemeClr val="bg1"/>
                          </a:solidFill>
                          <a:latin typeface="Calibri" panose="020F0502020204030204" pitchFamily="34" charset="0"/>
                          <a:cs typeface="Calibri" panose="020F0502020204030204" pitchFamily="34" charset="0"/>
                        </a:rPr>
                        <a:t>MOTHERBOARD </a:t>
                      </a:r>
                      <a:endParaRPr lang="en-US" sz="1600" b="0"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68580" marR="73025" marT="44450" marB="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p>
                      <a:pPr indent="0">
                        <a:buNone/>
                      </a:pPr>
                      <a:r>
                        <a:rPr lang="en-US" sz="1600" b="0" dirty="0">
                          <a:solidFill>
                            <a:schemeClr val="bg1"/>
                          </a:solidFill>
                          <a:latin typeface="Calibri" panose="020F0502020204030204" pitchFamily="34" charset="0"/>
                          <a:cs typeface="Calibri" panose="020F0502020204030204" pitchFamily="34" charset="0"/>
                        </a:rPr>
                        <a:t>INTEL </a:t>
                      </a:r>
                      <a:endParaRPr lang="en-US" sz="1600" b="0"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68580" marR="73025" marT="4445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2"/>
                  </a:ext>
                </a:extLst>
              </a:tr>
            </a:tbl>
          </a:graphicData>
        </a:graphic>
      </p:graphicFrame>
      <p:sp>
        <p:nvSpPr>
          <p:cNvPr id="14" name="Text Box 13"/>
          <p:cNvSpPr txBox="1"/>
          <p:nvPr/>
        </p:nvSpPr>
        <p:spPr>
          <a:xfrm>
            <a:off x="91440" y="4001770"/>
            <a:ext cx="3912870" cy="706755"/>
          </a:xfrm>
          <a:prstGeom prst="rect">
            <a:avLst/>
          </a:prstGeom>
          <a:noFill/>
          <a:ln w="9525">
            <a:noFill/>
          </a:ln>
        </p:spPr>
        <p:txBody>
          <a:bodyPr wrap="square">
            <a:spAutoFit/>
          </a:bodyPr>
          <a:lstStyle/>
          <a:p>
            <a:pPr algn="l"/>
            <a:r>
              <a:rPr lang="en-US" sz="1800" b="1" u="sng" dirty="0">
                <a:uFill>
                  <a:solidFill>
                    <a:srgbClr val="000000"/>
                  </a:solidFill>
                </a:uFill>
                <a:latin typeface="Arial" panose="020B0604020202020204" pitchFamily="34" charset="0"/>
              </a:rPr>
              <a:t>SOFTWARE </a:t>
            </a:r>
            <a:r>
              <a:rPr lang="en-US" sz="1800" b="1" dirty="0">
                <a:uFill>
                  <a:solidFill>
                    <a:srgbClr val="000000"/>
                  </a:solidFill>
                </a:uFill>
                <a:latin typeface="Arial" panose="020B0604020202020204" pitchFamily="34" charset="0"/>
              </a:rPr>
              <a:t>REQUIREMENT:</a:t>
            </a:r>
            <a:r>
              <a:rPr lang="en-US" sz="1800" b="1" dirty="0">
                <a:latin typeface="Arial" panose="020B0604020202020204" pitchFamily="34" charset="0"/>
              </a:rPr>
              <a:t> </a:t>
            </a:r>
            <a:endParaRPr lang="en-US" sz="2200" b="1" dirty="0">
              <a:latin typeface="Arial" panose="020B0604020202020204" pitchFamily="34" charset="0"/>
            </a:endParaRPr>
          </a:p>
          <a:p>
            <a:pPr algn="l"/>
            <a:r>
              <a:rPr lang="en-US" sz="2200" b="1" dirty="0">
                <a:latin typeface="Arial" panose="020B0604020202020204" pitchFamily="34" charset="0"/>
              </a:rPr>
              <a:t> </a:t>
            </a:r>
          </a:p>
        </p:txBody>
      </p:sp>
      <p:graphicFrame>
        <p:nvGraphicFramePr>
          <p:cNvPr id="15" name="Table 14"/>
          <p:cNvGraphicFramePr/>
          <p:nvPr>
            <p:extLst>
              <p:ext uri="{D42A27DB-BD31-4B8C-83A1-F6EECF244321}">
                <p14:modId xmlns:p14="http://schemas.microsoft.com/office/powerpoint/2010/main" val="814906627"/>
              </p:ext>
            </p:extLst>
          </p:nvPr>
        </p:nvGraphicFramePr>
        <p:xfrm>
          <a:off x="3293806" y="4546600"/>
          <a:ext cx="5515549" cy="1270000"/>
        </p:xfrm>
        <a:graphic>
          <a:graphicData uri="http://schemas.openxmlformats.org/drawingml/2006/table">
            <a:tbl>
              <a:tblPr firstRow="1" bandRow="1">
                <a:tableStyleId>{5940675A-B579-460E-94D1-54222C63F5DA}</a:tableStyleId>
              </a:tblPr>
              <a:tblGrid>
                <a:gridCol w="2626299">
                  <a:extLst>
                    <a:ext uri="{9D8B030D-6E8A-4147-A177-3AD203B41FA5}">
                      <a16:colId xmlns:a16="http://schemas.microsoft.com/office/drawing/2014/main" val="20000"/>
                    </a:ext>
                  </a:extLst>
                </a:gridCol>
                <a:gridCol w="2889250">
                  <a:extLst>
                    <a:ext uri="{9D8B030D-6E8A-4147-A177-3AD203B41FA5}">
                      <a16:colId xmlns:a16="http://schemas.microsoft.com/office/drawing/2014/main" val="20001"/>
                    </a:ext>
                  </a:extLst>
                </a:gridCol>
              </a:tblGrid>
              <a:tr h="317500">
                <a:tc>
                  <a:txBody>
                    <a:bodyPr/>
                    <a:lstStyle/>
                    <a:p>
                      <a:pPr indent="0">
                        <a:buNone/>
                      </a:pPr>
                      <a:r>
                        <a:rPr lang="en-US" sz="1600" b="0" dirty="0">
                          <a:solidFill>
                            <a:schemeClr val="bg1"/>
                          </a:solidFill>
                          <a:latin typeface="Segoe UI Symbol" panose="020B0502040204020203" charset="0"/>
                          <a:cs typeface="Segoe UI Symbol" panose="020B0502040204020203" charset="0"/>
                        </a:rPr>
                        <a:t>•</a:t>
                      </a:r>
                      <a:r>
                        <a:rPr lang="en-US" sz="1600" b="0" dirty="0">
                          <a:solidFill>
                            <a:schemeClr val="bg1"/>
                          </a:solidFill>
                          <a:latin typeface="Calibri" panose="020F0502020204030204" pitchFamily="34" charset="0"/>
                          <a:cs typeface="Calibri" panose="020F0502020204030204" pitchFamily="34" charset="0"/>
                        </a:rPr>
                        <a:t>OPERATING SYSTEM </a:t>
                      </a:r>
                      <a:endParaRPr lang="en-US" sz="1600" b="0" dirty="0">
                        <a:solidFill>
                          <a:schemeClr val="bg1"/>
                        </a:solidFill>
                        <a:latin typeface="Calibri" panose="020F0502020204030204" pitchFamily="34" charset="0"/>
                        <a:ea typeface="Segoe UI Symbol" panose="020B0502040204020203" charset="0"/>
                        <a:cs typeface="Calibri" panose="020F0502020204030204" pitchFamily="34" charset="0"/>
                      </a:endParaRPr>
                    </a:p>
                  </a:txBody>
                  <a:tcPr marL="68580" marR="73025" marT="4318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p>
                      <a:pPr indent="0">
                        <a:buNone/>
                      </a:pPr>
                      <a:r>
                        <a:rPr lang="en-US" sz="1600" b="0" dirty="0">
                          <a:solidFill>
                            <a:schemeClr val="bg1"/>
                          </a:solidFill>
                          <a:latin typeface="Calibri" panose="020F0502020204030204" pitchFamily="34" charset="0"/>
                          <a:cs typeface="Calibri" panose="020F0502020204030204" pitchFamily="34" charset="0"/>
                        </a:rPr>
                        <a:t>Windows 10,</a:t>
                      </a:r>
                      <a:r>
                        <a:rPr lang="en-US" sz="1600" b="0" baseline="0" dirty="0">
                          <a:solidFill>
                            <a:schemeClr val="bg1"/>
                          </a:solidFill>
                          <a:latin typeface="Calibri" panose="020F0502020204030204" pitchFamily="34" charset="0"/>
                          <a:cs typeface="Calibri" panose="020F0502020204030204" pitchFamily="34" charset="0"/>
                        </a:rPr>
                        <a:t> 11</a:t>
                      </a:r>
                      <a:endParaRPr lang="en-US" sz="1600" b="0"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68580" marR="73025" marT="4318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317500">
                <a:tc>
                  <a:txBody>
                    <a:bodyPr/>
                    <a:lstStyle/>
                    <a:p>
                      <a:pPr indent="0">
                        <a:buNone/>
                      </a:pPr>
                      <a:r>
                        <a:rPr lang="en-US" sz="1600" b="0" dirty="0">
                          <a:solidFill>
                            <a:schemeClr val="bg1"/>
                          </a:solidFill>
                          <a:latin typeface="Segoe UI Symbol" panose="020B0502040204020203" charset="0"/>
                          <a:cs typeface="Segoe UI Symbol" panose="020B0502040204020203" charset="0"/>
                        </a:rPr>
                        <a:t>•</a:t>
                      </a:r>
                      <a:r>
                        <a:rPr lang="en-US" sz="1600" b="0" dirty="0">
                          <a:solidFill>
                            <a:schemeClr val="bg1"/>
                          </a:solidFill>
                          <a:latin typeface="Calibri" panose="020F0502020204030204" pitchFamily="34" charset="0"/>
                          <a:cs typeface="Calibri" panose="020F0502020204030204" pitchFamily="34" charset="0"/>
                        </a:rPr>
                        <a:t>PROG.LANGUAGE </a:t>
                      </a:r>
                      <a:endParaRPr lang="en-US" sz="1600" b="0" dirty="0">
                        <a:solidFill>
                          <a:schemeClr val="bg1"/>
                        </a:solidFill>
                        <a:latin typeface="Calibri" panose="020F0502020204030204" pitchFamily="34" charset="0"/>
                        <a:ea typeface="Segoe UI Symbol" panose="020B0502040204020203" charset="0"/>
                        <a:cs typeface="Calibri" panose="020F0502020204030204" pitchFamily="34" charset="0"/>
                      </a:endParaRPr>
                    </a:p>
                  </a:txBody>
                  <a:tcPr marL="68580" marR="73025" marT="4318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p>
                      <a:pPr indent="0">
                        <a:buNone/>
                      </a:pPr>
                      <a:r>
                        <a:rPr lang="en-US" sz="1600" b="0" dirty="0">
                          <a:solidFill>
                            <a:schemeClr val="bg1"/>
                          </a:solidFill>
                          <a:latin typeface="Calibri" panose="020F0502020204030204" pitchFamily="34" charset="0"/>
                          <a:cs typeface="Calibri" panose="020F0502020204030204" pitchFamily="34" charset="0"/>
                        </a:rPr>
                        <a:t>HTML, CSS, JS, React</a:t>
                      </a:r>
                      <a:endParaRPr lang="en-US" sz="1600" b="0"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68580" marR="73025" marT="4318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1"/>
                  </a:ext>
                </a:extLst>
              </a:tr>
              <a:tr h="317500">
                <a:tc>
                  <a:txBody>
                    <a:bodyPr/>
                    <a:lstStyle/>
                    <a:p>
                      <a:pPr indent="0">
                        <a:buNone/>
                      </a:pPr>
                      <a:r>
                        <a:rPr lang="en-US" sz="1600" b="0" dirty="0">
                          <a:solidFill>
                            <a:schemeClr val="bg1"/>
                          </a:solidFill>
                          <a:latin typeface="Segoe UI Symbol" panose="020B0502040204020203" charset="0"/>
                          <a:cs typeface="Segoe UI Symbol" panose="020B0502040204020203" charset="0"/>
                        </a:rPr>
                        <a:t>•</a:t>
                      </a:r>
                      <a:r>
                        <a:rPr lang="en-US" sz="1600" b="0" dirty="0">
                          <a:solidFill>
                            <a:schemeClr val="bg1"/>
                          </a:solidFill>
                          <a:latin typeface="Calibri" panose="020F0502020204030204" pitchFamily="34" charset="0"/>
                          <a:cs typeface="Calibri" panose="020F0502020204030204" pitchFamily="34" charset="0"/>
                        </a:rPr>
                        <a:t>DATABASE </a:t>
                      </a:r>
                      <a:endParaRPr lang="en-US" sz="1600" b="0" dirty="0">
                        <a:solidFill>
                          <a:schemeClr val="bg1"/>
                        </a:solidFill>
                        <a:latin typeface="Calibri" panose="020F0502020204030204" pitchFamily="34" charset="0"/>
                        <a:ea typeface="Segoe UI Symbol" panose="020B0502040204020203" charset="0"/>
                        <a:cs typeface="Calibri" panose="020F0502020204030204" pitchFamily="34" charset="0"/>
                      </a:endParaRPr>
                    </a:p>
                  </a:txBody>
                  <a:tcPr marL="68580" marR="73025" marT="4318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p>
                      <a:pPr indent="0">
                        <a:buNone/>
                      </a:pPr>
                      <a:r>
                        <a:rPr lang="en-US" sz="1600" b="0" dirty="0">
                          <a:solidFill>
                            <a:schemeClr val="bg1"/>
                          </a:solidFill>
                          <a:latin typeface="Calibri" panose="020F0502020204030204" pitchFamily="34" charset="0"/>
                          <a:cs typeface="Calibri" panose="020F0502020204030204" pitchFamily="34" charset="0"/>
                        </a:rPr>
                        <a:t>MONGODB</a:t>
                      </a:r>
                      <a:endParaRPr lang="en-US" sz="1600" b="0"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68580" marR="73025" marT="4318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2"/>
                  </a:ext>
                </a:extLst>
              </a:tr>
              <a:tr h="317500">
                <a:tc>
                  <a:txBody>
                    <a:bodyPr/>
                    <a:lstStyle/>
                    <a:p>
                      <a:pPr indent="0">
                        <a:buNone/>
                      </a:pPr>
                      <a:r>
                        <a:rPr lang="en-US" sz="1600" b="0" dirty="0">
                          <a:solidFill>
                            <a:schemeClr val="bg1"/>
                          </a:solidFill>
                          <a:latin typeface="Segoe UI Symbol" panose="020B0502040204020203" charset="0"/>
                          <a:cs typeface="Segoe UI Symbol" panose="020B0502040204020203" charset="0"/>
                        </a:rPr>
                        <a:t>•</a:t>
                      </a:r>
                      <a:r>
                        <a:rPr lang="en-US" sz="1600" b="0" dirty="0">
                          <a:solidFill>
                            <a:schemeClr val="bg1"/>
                          </a:solidFill>
                          <a:latin typeface="Calibri" panose="020F0502020204030204" pitchFamily="34" charset="0"/>
                          <a:cs typeface="Calibri" panose="020F0502020204030204" pitchFamily="34" charset="0"/>
                        </a:rPr>
                        <a:t>IDE USED </a:t>
                      </a:r>
                      <a:endParaRPr lang="en-US" sz="1600" b="0" dirty="0">
                        <a:solidFill>
                          <a:schemeClr val="bg1"/>
                        </a:solidFill>
                        <a:latin typeface="Calibri" panose="020F0502020204030204" pitchFamily="34" charset="0"/>
                        <a:ea typeface="Segoe UI Symbol" panose="020B0502040204020203" charset="0"/>
                        <a:cs typeface="Calibri" panose="020F0502020204030204" pitchFamily="34" charset="0"/>
                      </a:endParaRPr>
                    </a:p>
                  </a:txBody>
                  <a:tcPr marL="68580" marR="73025" marT="4318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p>
                      <a:pPr indent="0">
                        <a:buNone/>
                      </a:pPr>
                      <a:r>
                        <a:rPr lang="en-US" sz="1600" b="0" dirty="0">
                          <a:solidFill>
                            <a:schemeClr val="bg1"/>
                          </a:solidFill>
                          <a:latin typeface="Calibri" panose="020F0502020204030204" pitchFamily="34" charset="0"/>
                          <a:cs typeface="Calibri" panose="020F0502020204030204" pitchFamily="34" charset="0"/>
                        </a:rPr>
                        <a:t> VS Code</a:t>
                      </a:r>
                      <a:endParaRPr lang="en-US" sz="1600" b="0"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68580" marR="73025" marT="4318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3"/>
                  </a:ext>
                </a:extLst>
              </a:tr>
            </a:tbl>
          </a:graphicData>
        </a:graphic>
      </p:graphicFrame>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195"/>
                                        </p:tgtEl>
                                        <p:attrNameLst>
                                          <p:attrName>style.visibility</p:attrName>
                                        </p:attrNameLst>
                                      </p:cBhvr>
                                      <p:to>
                                        <p:strVal val="visible"/>
                                      </p:to>
                                    </p:set>
                                    <p:animEffect transition="in" filter="wipe(left)">
                                      <p:cBhvr>
                                        <p:cTn id="7" dur="500"/>
                                        <p:tgtEl>
                                          <p:spTgt spid="8195"/>
                                        </p:tgtEl>
                                      </p:cBhvr>
                                    </p:animEffect>
                                  </p:childTnLst>
                                </p:cTn>
                              </p:par>
                            </p:childTnLst>
                          </p:cTn>
                        </p:par>
                        <p:par>
                          <p:cTn id="8" fill="hold">
                            <p:stCondLst>
                              <p:cond delay="500"/>
                            </p:stCondLst>
                            <p:childTnLst>
                              <p:par>
                                <p:cTn id="9" presetID="49" presetClass="entr" presetSubtype="0" decel="100000" fill="hold" grpId="0" nodeType="afterEffect">
                                  <p:stCondLst>
                                    <p:cond delay="250"/>
                                  </p:stCondLst>
                                  <p:childTnLst>
                                    <p:set>
                                      <p:cBhvr>
                                        <p:cTn id="10" dur="1" fill="hold">
                                          <p:stCondLst>
                                            <p:cond delay="0"/>
                                          </p:stCondLst>
                                        </p:cTn>
                                        <p:tgtEl>
                                          <p:spTgt spid="8197"/>
                                        </p:tgtEl>
                                        <p:attrNameLst>
                                          <p:attrName>style.visibility</p:attrName>
                                        </p:attrNameLst>
                                      </p:cBhvr>
                                      <p:to>
                                        <p:strVal val="visible"/>
                                      </p:to>
                                    </p:set>
                                    <p:anim calcmode="lin" valueType="num">
                                      <p:cBhvr>
                                        <p:cTn id="11" dur="500" fill="hold"/>
                                        <p:tgtEl>
                                          <p:spTgt spid="8197"/>
                                        </p:tgtEl>
                                        <p:attrNameLst>
                                          <p:attrName>ppt_w</p:attrName>
                                        </p:attrNameLst>
                                      </p:cBhvr>
                                      <p:tavLst>
                                        <p:tav tm="0">
                                          <p:val>
                                            <p:fltVal val="0"/>
                                          </p:val>
                                        </p:tav>
                                        <p:tav tm="100000">
                                          <p:val>
                                            <p:strVal val="#ppt_w"/>
                                          </p:val>
                                        </p:tav>
                                      </p:tavLst>
                                    </p:anim>
                                    <p:anim calcmode="lin" valueType="num">
                                      <p:cBhvr>
                                        <p:cTn id="12" dur="500" fill="hold"/>
                                        <p:tgtEl>
                                          <p:spTgt spid="8197"/>
                                        </p:tgtEl>
                                        <p:attrNameLst>
                                          <p:attrName>ppt_h</p:attrName>
                                        </p:attrNameLst>
                                      </p:cBhvr>
                                      <p:tavLst>
                                        <p:tav tm="0">
                                          <p:val>
                                            <p:fltVal val="0"/>
                                          </p:val>
                                        </p:tav>
                                        <p:tav tm="100000">
                                          <p:val>
                                            <p:strVal val="#ppt_h"/>
                                          </p:val>
                                        </p:tav>
                                      </p:tavLst>
                                    </p:anim>
                                    <p:anim calcmode="lin" valueType="num">
                                      <p:cBhvr>
                                        <p:cTn id="13" dur="500" fill="hold"/>
                                        <p:tgtEl>
                                          <p:spTgt spid="8197"/>
                                        </p:tgtEl>
                                        <p:attrNameLst>
                                          <p:attrName>style.rotation</p:attrName>
                                        </p:attrNameLst>
                                      </p:cBhvr>
                                      <p:tavLst>
                                        <p:tav tm="0">
                                          <p:val>
                                            <p:fltVal val="360"/>
                                          </p:val>
                                        </p:tav>
                                        <p:tav tm="100000">
                                          <p:val>
                                            <p:fltVal val="0"/>
                                          </p:val>
                                        </p:tav>
                                      </p:tavLst>
                                    </p:anim>
                                    <p:animEffect transition="in" filter="fade">
                                      <p:cBhvr>
                                        <p:cTn id="14" dur="500"/>
                                        <p:tgtEl>
                                          <p:spTgt spid="8197"/>
                                        </p:tgtEl>
                                      </p:cBhvr>
                                    </p:animEffect>
                                  </p:childTnLst>
                                </p:cTn>
                              </p:par>
                            </p:childTnLst>
                          </p:cTn>
                        </p:par>
                        <p:par>
                          <p:cTn id="15" fill="hold">
                            <p:stCondLst>
                              <p:cond delay="1250"/>
                            </p:stCondLst>
                            <p:childTnLst>
                              <p:par>
                                <p:cTn id="16" presetID="22" presetClass="entr" presetSubtype="8" fill="hold" grpId="0" nodeType="afterEffect">
                                  <p:stCondLst>
                                    <p:cond delay="750"/>
                                  </p:stCondLst>
                                  <p:childTnLst>
                                    <p:set>
                                      <p:cBhvr>
                                        <p:cTn id="17" dur="1" fill="hold">
                                          <p:stCondLst>
                                            <p:cond delay="0"/>
                                          </p:stCondLst>
                                        </p:cTn>
                                        <p:tgtEl>
                                          <p:spTgt spid="8196"/>
                                        </p:tgtEl>
                                        <p:attrNameLst>
                                          <p:attrName>style.visibility</p:attrName>
                                        </p:attrNameLst>
                                      </p:cBhvr>
                                      <p:to>
                                        <p:strVal val="visible"/>
                                      </p:to>
                                    </p:set>
                                    <p:animEffect transition="in" filter="wipe(left)">
                                      <p:cBhvr>
                                        <p:cTn id="18" dur="500"/>
                                        <p:tgtEl>
                                          <p:spTgt spid="8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p:bldP spid="819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任意多边形 1"/>
          <p:cNvSpPr/>
          <p:nvPr/>
        </p:nvSpPr>
        <p:spPr>
          <a:xfrm>
            <a:off x="0" y="374015"/>
            <a:ext cx="6331585"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50000"/>
              <a:lumOff val="50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17411" name="文本框 2"/>
          <p:cNvSpPr txBox="1"/>
          <p:nvPr/>
        </p:nvSpPr>
        <p:spPr>
          <a:xfrm>
            <a:off x="1086072" y="315277"/>
            <a:ext cx="5958205" cy="460375"/>
          </a:xfrm>
          <a:prstGeom prst="rect">
            <a:avLst/>
          </a:prstGeom>
          <a:noFill/>
          <a:ln w="9525">
            <a:noFill/>
          </a:ln>
        </p:spPr>
        <p:txBody>
          <a:bodyPr wrap="square" anchor="t">
            <a:spAutoFit/>
          </a:bodyPr>
          <a:lstStyle/>
          <a:p>
            <a:pPr>
              <a:buFont typeface="Arial" panose="020B0604020202020204" pitchFamily="34" charset="0"/>
            </a:pPr>
            <a:r>
              <a:rPr lang="en-US" altLang="zh-CN" sz="2400" dirty="0">
                <a:latin typeface="Arial" panose="020B0604020202020204" pitchFamily="34" charset="0"/>
                <a:ea typeface="Arial" panose="020B0604020202020204" pitchFamily="34" charset="0"/>
              </a:rPr>
              <a:t> SCHEMA  DIAGRAM</a:t>
            </a:r>
          </a:p>
        </p:txBody>
      </p:sp>
      <p:sp>
        <p:nvSpPr>
          <p:cNvPr id="17412" name="文本框 3"/>
          <p:cNvSpPr txBox="1"/>
          <p:nvPr/>
        </p:nvSpPr>
        <p:spPr>
          <a:xfrm>
            <a:off x="236538" y="84455"/>
            <a:ext cx="1117600" cy="922020"/>
          </a:xfrm>
          <a:prstGeom prst="rect">
            <a:avLst/>
          </a:prstGeom>
          <a:noFill/>
          <a:ln w="9525">
            <a:noFill/>
          </a:ln>
        </p:spPr>
        <p:txBody>
          <a:bodyPr anchor="t">
            <a:spAutoFit/>
          </a:bodyPr>
          <a:lstStyle/>
          <a:p>
            <a:pPr>
              <a:buFont typeface="Arial" panose="020B0604020202020204" pitchFamily="34" charset="0"/>
            </a:pPr>
            <a:r>
              <a:rPr lang="en-US" altLang="zh-CN" sz="5400" dirty="0">
                <a:latin typeface="Arial" panose="020B0604020202020204" pitchFamily="34" charset="0"/>
                <a:ea typeface="Arial" panose="020B0604020202020204" pitchFamily="34" charset="0"/>
              </a:rPr>
              <a:t>08</a:t>
            </a:r>
            <a:endParaRPr lang="zh-CN" altLang="en-US" sz="5400" dirty="0">
              <a:latin typeface="Arial" panose="020B0604020202020204" pitchFamily="34" charset="0"/>
              <a:ea typeface="Arial" panose="020B0604020202020204" pitchFamily="34" charset="0"/>
            </a:endParaRPr>
          </a:p>
        </p:txBody>
      </p:sp>
      <p:pic>
        <p:nvPicPr>
          <p:cNvPr id="104" name="Picture 103"/>
          <p:cNvPicPr/>
          <p:nvPr/>
        </p:nvPicPr>
        <p:blipFill>
          <a:blip r:embed="rId2"/>
          <a:stretch>
            <a:fillRect/>
          </a:stretch>
        </p:blipFill>
        <p:spPr>
          <a:xfrm>
            <a:off x="6096000" y="3429000"/>
            <a:ext cx="0" cy="0"/>
          </a:xfrm>
          <a:prstGeom prst="rect">
            <a:avLst/>
          </a:prstGeom>
          <a:noFill/>
          <a:ln w="9525">
            <a:noFill/>
          </a:ln>
        </p:spPr>
      </p:pic>
      <p:pic>
        <p:nvPicPr>
          <p:cNvPr id="4" name="Picture 3">
            <a:extLst>
              <a:ext uri="{FF2B5EF4-FFF2-40B4-BE49-F238E27FC236}">
                <a16:creationId xmlns:a16="http://schemas.microsoft.com/office/drawing/2014/main" id="{6DFB431D-76A7-CC2C-C6F8-277F8DB6F04A}"/>
              </a:ext>
            </a:extLst>
          </p:cNvPr>
          <p:cNvPicPr>
            <a:picLocks noChangeAspect="1"/>
          </p:cNvPicPr>
          <p:nvPr/>
        </p:nvPicPr>
        <p:blipFill rotWithShape="1">
          <a:blip r:embed="rId3">
            <a:extLst>
              <a:ext uri="{28A0092B-C50C-407E-A947-70E740481C1C}">
                <a14:useLocalDpi xmlns:a14="http://schemas.microsoft.com/office/drawing/2010/main" val="0"/>
              </a:ext>
            </a:extLst>
          </a:blip>
          <a:srcRect t="-12106" b="12106"/>
          <a:stretch/>
        </p:blipFill>
        <p:spPr>
          <a:xfrm>
            <a:off x="1439334" y="396000"/>
            <a:ext cx="9562964" cy="6152439"/>
          </a:xfrm>
          <a:prstGeom prst="rect">
            <a:avLst/>
          </a:prstGeom>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7410"/>
                                        </p:tgtEl>
                                        <p:attrNameLst>
                                          <p:attrName>style.visibility</p:attrName>
                                        </p:attrNameLst>
                                      </p:cBhvr>
                                      <p:to>
                                        <p:strVal val="visible"/>
                                      </p:to>
                                    </p:set>
                                    <p:anim calcmode="lin" valueType="num">
                                      <p:cBhvr additive="base">
                                        <p:cTn id="7" dur="500"/>
                                        <p:tgtEl>
                                          <p:spTgt spid="17410"/>
                                        </p:tgtEl>
                                        <p:attrNameLst>
                                          <p:attrName>ppt_x</p:attrName>
                                        </p:attrNameLst>
                                      </p:cBhvr>
                                      <p:tavLst>
                                        <p:tav tm="0">
                                          <p:val>
                                            <p:strVal val="#ppt_x-#ppt_w*1.125000"/>
                                          </p:val>
                                        </p:tav>
                                        <p:tav tm="100000">
                                          <p:val>
                                            <p:strVal val="#ppt_x"/>
                                          </p:val>
                                        </p:tav>
                                      </p:tavLst>
                                    </p:anim>
                                    <p:animEffect transition="in" filter="wipe(right)">
                                      <p:cBhvr>
                                        <p:cTn id="8" dur="500"/>
                                        <p:tgtEl>
                                          <p:spTgt spid="17410"/>
                                        </p:tgtEl>
                                      </p:cBhvr>
                                    </p:animEffect>
                                  </p:childTnLst>
                                </p:cTn>
                              </p:par>
                            </p:childTnLst>
                          </p:cTn>
                        </p:par>
                        <p:par>
                          <p:cTn id="9" fill="hold">
                            <p:stCondLst>
                              <p:cond delay="500"/>
                            </p:stCondLst>
                            <p:childTnLst>
                              <p:par>
                                <p:cTn id="10" presetID="49" presetClass="entr" presetSubtype="0" decel="100000" fill="hold" grpId="0" nodeType="afterEffect">
                                  <p:stCondLst>
                                    <p:cond delay="250"/>
                                  </p:stCondLst>
                                  <p:childTnLst>
                                    <p:set>
                                      <p:cBhvr>
                                        <p:cTn id="11" dur="1" fill="hold">
                                          <p:stCondLst>
                                            <p:cond delay="0"/>
                                          </p:stCondLst>
                                        </p:cTn>
                                        <p:tgtEl>
                                          <p:spTgt spid="17412"/>
                                        </p:tgtEl>
                                        <p:attrNameLst>
                                          <p:attrName>style.visibility</p:attrName>
                                        </p:attrNameLst>
                                      </p:cBhvr>
                                      <p:to>
                                        <p:strVal val="visible"/>
                                      </p:to>
                                    </p:set>
                                    <p:anim calcmode="lin" valueType="num">
                                      <p:cBhvr>
                                        <p:cTn id="12" dur="500" fill="hold"/>
                                        <p:tgtEl>
                                          <p:spTgt spid="17412"/>
                                        </p:tgtEl>
                                        <p:attrNameLst>
                                          <p:attrName>ppt_w</p:attrName>
                                        </p:attrNameLst>
                                      </p:cBhvr>
                                      <p:tavLst>
                                        <p:tav tm="0">
                                          <p:val>
                                            <p:fltVal val="0"/>
                                          </p:val>
                                        </p:tav>
                                        <p:tav tm="100000">
                                          <p:val>
                                            <p:strVal val="#ppt_w"/>
                                          </p:val>
                                        </p:tav>
                                      </p:tavLst>
                                    </p:anim>
                                    <p:anim calcmode="lin" valueType="num">
                                      <p:cBhvr>
                                        <p:cTn id="13" dur="500" fill="hold"/>
                                        <p:tgtEl>
                                          <p:spTgt spid="17412"/>
                                        </p:tgtEl>
                                        <p:attrNameLst>
                                          <p:attrName>ppt_h</p:attrName>
                                        </p:attrNameLst>
                                      </p:cBhvr>
                                      <p:tavLst>
                                        <p:tav tm="0">
                                          <p:val>
                                            <p:fltVal val="0"/>
                                          </p:val>
                                        </p:tav>
                                        <p:tav tm="100000">
                                          <p:val>
                                            <p:strVal val="#ppt_h"/>
                                          </p:val>
                                        </p:tav>
                                      </p:tavLst>
                                    </p:anim>
                                    <p:anim calcmode="lin" valueType="num">
                                      <p:cBhvr>
                                        <p:cTn id="14" dur="500" fill="hold"/>
                                        <p:tgtEl>
                                          <p:spTgt spid="17412"/>
                                        </p:tgtEl>
                                        <p:attrNameLst>
                                          <p:attrName>style.rotation</p:attrName>
                                        </p:attrNameLst>
                                      </p:cBhvr>
                                      <p:tavLst>
                                        <p:tav tm="0">
                                          <p:val>
                                            <p:fltVal val="360"/>
                                          </p:val>
                                        </p:tav>
                                        <p:tav tm="100000">
                                          <p:val>
                                            <p:fltVal val="0"/>
                                          </p:val>
                                        </p:tav>
                                      </p:tavLst>
                                    </p:anim>
                                    <p:animEffect transition="in" filter="fade">
                                      <p:cBhvr>
                                        <p:cTn id="15" dur="500"/>
                                        <p:tgtEl>
                                          <p:spTgt spid="17412"/>
                                        </p:tgtEl>
                                      </p:cBhvr>
                                    </p:animEffect>
                                  </p:childTnLst>
                                </p:cTn>
                              </p:par>
                            </p:childTnLst>
                          </p:cTn>
                        </p:par>
                        <p:par>
                          <p:cTn id="16" fill="hold">
                            <p:stCondLst>
                              <p:cond delay="1250"/>
                            </p:stCondLst>
                            <p:childTnLst>
                              <p:par>
                                <p:cTn id="17" presetID="9" presetClass="entr" presetSubtype="0" fill="hold" grpId="0" nodeType="afterEffect">
                                  <p:stCondLst>
                                    <p:cond delay="0"/>
                                  </p:stCondLst>
                                  <p:childTnLst>
                                    <p:set>
                                      <p:cBhvr>
                                        <p:cTn id="18" dur="1" fill="hold">
                                          <p:stCondLst>
                                            <p:cond delay="0"/>
                                          </p:stCondLst>
                                        </p:cTn>
                                        <p:tgtEl>
                                          <p:spTgt spid="17411"/>
                                        </p:tgtEl>
                                        <p:attrNameLst>
                                          <p:attrName>style.visibility</p:attrName>
                                        </p:attrNameLst>
                                      </p:cBhvr>
                                      <p:to>
                                        <p:strVal val="visible"/>
                                      </p:to>
                                    </p:set>
                                    <p:animEffect transition="in" filter="dissolve">
                                      <p:cBhvr>
                                        <p:cTn id="19" dur="500"/>
                                        <p:tgtEl>
                                          <p:spTgt spid="17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bldLvl="0" animBg="1"/>
      <p:bldP spid="17411" grpId="0"/>
      <p:bldP spid="174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任意多边形 1"/>
          <p:cNvSpPr/>
          <p:nvPr/>
        </p:nvSpPr>
        <p:spPr>
          <a:xfrm>
            <a:off x="0" y="374015"/>
            <a:ext cx="4799965"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65000"/>
              <a:lumOff val="35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17411" name="文本框 2"/>
          <p:cNvSpPr txBox="1"/>
          <p:nvPr/>
        </p:nvSpPr>
        <p:spPr>
          <a:xfrm>
            <a:off x="1031082" y="314960"/>
            <a:ext cx="4091940" cy="460375"/>
          </a:xfrm>
          <a:prstGeom prst="rect">
            <a:avLst/>
          </a:prstGeom>
          <a:noFill/>
          <a:ln w="9525">
            <a:noFill/>
          </a:ln>
        </p:spPr>
        <p:txBody>
          <a:bodyPr wrap="square" anchor="t">
            <a:spAutoFit/>
          </a:bodyPr>
          <a:lstStyle/>
          <a:p>
            <a:pPr>
              <a:buFont typeface="Arial" panose="020B0604020202020204" pitchFamily="34" charset="0"/>
            </a:pPr>
            <a:r>
              <a:rPr lang="en-US" altLang="zh-CN" sz="2400" dirty="0">
                <a:latin typeface="Arial" panose="020B0604020202020204" pitchFamily="34" charset="0"/>
                <a:ea typeface="Arial" panose="020B0604020202020204" pitchFamily="34" charset="0"/>
              </a:rPr>
              <a:t> 0 LEVEL  DFD</a:t>
            </a:r>
          </a:p>
        </p:txBody>
      </p:sp>
      <p:sp>
        <p:nvSpPr>
          <p:cNvPr id="17412" name="文本框 3"/>
          <p:cNvSpPr txBox="1"/>
          <p:nvPr/>
        </p:nvSpPr>
        <p:spPr>
          <a:xfrm>
            <a:off x="236538" y="84138"/>
            <a:ext cx="1117600" cy="922020"/>
          </a:xfrm>
          <a:prstGeom prst="rect">
            <a:avLst/>
          </a:prstGeom>
          <a:noFill/>
          <a:ln w="9525">
            <a:noFill/>
          </a:ln>
        </p:spPr>
        <p:txBody>
          <a:bodyPr anchor="t">
            <a:spAutoFit/>
          </a:bodyPr>
          <a:lstStyle/>
          <a:p>
            <a:pPr>
              <a:buFont typeface="Arial" panose="020B0604020202020204" pitchFamily="34" charset="0"/>
            </a:pPr>
            <a:r>
              <a:rPr lang="en-US" altLang="zh-CN" sz="5400" dirty="0">
                <a:latin typeface="Arial" panose="020B0604020202020204" pitchFamily="34" charset="0"/>
                <a:ea typeface="Arial" panose="020B0604020202020204" pitchFamily="34" charset="0"/>
              </a:rPr>
              <a:t>09</a:t>
            </a:r>
            <a:endParaRPr lang="zh-CN" altLang="en-US" sz="5400" dirty="0">
              <a:latin typeface="Arial" panose="020B0604020202020204" pitchFamily="34" charset="0"/>
              <a:ea typeface="Arial" panose="020B0604020202020204" pitchFamily="34" charset="0"/>
            </a:endParaRPr>
          </a:p>
        </p:txBody>
      </p:sp>
      <p:pic>
        <p:nvPicPr>
          <p:cNvPr id="104" name="Picture 103"/>
          <p:cNvPicPr/>
          <p:nvPr/>
        </p:nvPicPr>
        <p:blipFill>
          <a:blip r:embed="rId3"/>
          <a:stretch>
            <a:fillRect/>
          </a:stretch>
        </p:blipFill>
        <p:spPr>
          <a:xfrm>
            <a:off x="6096000" y="3429000"/>
            <a:ext cx="0" cy="0"/>
          </a:xfrm>
          <a:prstGeom prst="rect">
            <a:avLst/>
          </a:prstGeom>
          <a:noFill/>
          <a:ln w="9525">
            <a:noFill/>
          </a:ln>
        </p:spPr>
      </p:pic>
      <p:pic>
        <p:nvPicPr>
          <p:cNvPr id="4" name="Picture 3">
            <a:extLst>
              <a:ext uri="{FF2B5EF4-FFF2-40B4-BE49-F238E27FC236}">
                <a16:creationId xmlns:a16="http://schemas.microsoft.com/office/drawing/2014/main" id="{16C28656-9169-0DE4-02DD-76F98A109B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0657" y="1065212"/>
            <a:ext cx="9990686" cy="5090601"/>
          </a:xfrm>
          <a:prstGeom prst="rect">
            <a:avLst/>
          </a:prstGeom>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7410"/>
                                        </p:tgtEl>
                                        <p:attrNameLst>
                                          <p:attrName>style.visibility</p:attrName>
                                        </p:attrNameLst>
                                      </p:cBhvr>
                                      <p:to>
                                        <p:strVal val="visible"/>
                                      </p:to>
                                    </p:set>
                                    <p:anim calcmode="lin" valueType="num">
                                      <p:cBhvr additive="base">
                                        <p:cTn id="7" dur="500"/>
                                        <p:tgtEl>
                                          <p:spTgt spid="17410"/>
                                        </p:tgtEl>
                                        <p:attrNameLst>
                                          <p:attrName>ppt_x</p:attrName>
                                        </p:attrNameLst>
                                      </p:cBhvr>
                                      <p:tavLst>
                                        <p:tav tm="0">
                                          <p:val>
                                            <p:strVal val="#ppt_x-#ppt_w*1.125000"/>
                                          </p:val>
                                        </p:tav>
                                        <p:tav tm="100000">
                                          <p:val>
                                            <p:strVal val="#ppt_x"/>
                                          </p:val>
                                        </p:tav>
                                      </p:tavLst>
                                    </p:anim>
                                    <p:animEffect transition="in" filter="wipe(right)">
                                      <p:cBhvr>
                                        <p:cTn id="8" dur="500"/>
                                        <p:tgtEl>
                                          <p:spTgt spid="17410"/>
                                        </p:tgtEl>
                                      </p:cBhvr>
                                    </p:animEffect>
                                  </p:childTnLst>
                                </p:cTn>
                              </p:par>
                            </p:childTnLst>
                          </p:cTn>
                        </p:par>
                        <p:par>
                          <p:cTn id="9" fill="hold">
                            <p:stCondLst>
                              <p:cond delay="500"/>
                            </p:stCondLst>
                            <p:childTnLst>
                              <p:par>
                                <p:cTn id="10" presetID="49" presetClass="entr" presetSubtype="0" decel="100000" fill="hold" grpId="0" nodeType="afterEffect">
                                  <p:stCondLst>
                                    <p:cond delay="250"/>
                                  </p:stCondLst>
                                  <p:childTnLst>
                                    <p:set>
                                      <p:cBhvr>
                                        <p:cTn id="11" dur="1" fill="hold">
                                          <p:stCondLst>
                                            <p:cond delay="0"/>
                                          </p:stCondLst>
                                        </p:cTn>
                                        <p:tgtEl>
                                          <p:spTgt spid="17412"/>
                                        </p:tgtEl>
                                        <p:attrNameLst>
                                          <p:attrName>style.visibility</p:attrName>
                                        </p:attrNameLst>
                                      </p:cBhvr>
                                      <p:to>
                                        <p:strVal val="visible"/>
                                      </p:to>
                                    </p:set>
                                    <p:anim calcmode="lin" valueType="num">
                                      <p:cBhvr>
                                        <p:cTn id="12" dur="500" fill="hold"/>
                                        <p:tgtEl>
                                          <p:spTgt spid="17412"/>
                                        </p:tgtEl>
                                        <p:attrNameLst>
                                          <p:attrName>ppt_w</p:attrName>
                                        </p:attrNameLst>
                                      </p:cBhvr>
                                      <p:tavLst>
                                        <p:tav tm="0">
                                          <p:val>
                                            <p:fltVal val="0"/>
                                          </p:val>
                                        </p:tav>
                                        <p:tav tm="100000">
                                          <p:val>
                                            <p:strVal val="#ppt_w"/>
                                          </p:val>
                                        </p:tav>
                                      </p:tavLst>
                                    </p:anim>
                                    <p:anim calcmode="lin" valueType="num">
                                      <p:cBhvr>
                                        <p:cTn id="13" dur="500" fill="hold"/>
                                        <p:tgtEl>
                                          <p:spTgt spid="17412"/>
                                        </p:tgtEl>
                                        <p:attrNameLst>
                                          <p:attrName>ppt_h</p:attrName>
                                        </p:attrNameLst>
                                      </p:cBhvr>
                                      <p:tavLst>
                                        <p:tav tm="0">
                                          <p:val>
                                            <p:fltVal val="0"/>
                                          </p:val>
                                        </p:tav>
                                        <p:tav tm="100000">
                                          <p:val>
                                            <p:strVal val="#ppt_h"/>
                                          </p:val>
                                        </p:tav>
                                      </p:tavLst>
                                    </p:anim>
                                    <p:anim calcmode="lin" valueType="num">
                                      <p:cBhvr>
                                        <p:cTn id="14" dur="500" fill="hold"/>
                                        <p:tgtEl>
                                          <p:spTgt spid="17412"/>
                                        </p:tgtEl>
                                        <p:attrNameLst>
                                          <p:attrName>style.rotation</p:attrName>
                                        </p:attrNameLst>
                                      </p:cBhvr>
                                      <p:tavLst>
                                        <p:tav tm="0">
                                          <p:val>
                                            <p:fltVal val="360"/>
                                          </p:val>
                                        </p:tav>
                                        <p:tav tm="100000">
                                          <p:val>
                                            <p:fltVal val="0"/>
                                          </p:val>
                                        </p:tav>
                                      </p:tavLst>
                                    </p:anim>
                                    <p:animEffect transition="in" filter="fade">
                                      <p:cBhvr>
                                        <p:cTn id="15" dur="500"/>
                                        <p:tgtEl>
                                          <p:spTgt spid="17412"/>
                                        </p:tgtEl>
                                      </p:cBhvr>
                                    </p:animEffect>
                                  </p:childTnLst>
                                </p:cTn>
                              </p:par>
                            </p:childTnLst>
                          </p:cTn>
                        </p:par>
                        <p:par>
                          <p:cTn id="16" fill="hold">
                            <p:stCondLst>
                              <p:cond delay="1250"/>
                            </p:stCondLst>
                            <p:childTnLst>
                              <p:par>
                                <p:cTn id="17" presetID="9" presetClass="entr" presetSubtype="0" fill="hold" grpId="0" nodeType="afterEffect">
                                  <p:stCondLst>
                                    <p:cond delay="0"/>
                                  </p:stCondLst>
                                  <p:childTnLst>
                                    <p:set>
                                      <p:cBhvr>
                                        <p:cTn id="18" dur="1" fill="hold">
                                          <p:stCondLst>
                                            <p:cond delay="0"/>
                                          </p:stCondLst>
                                        </p:cTn>
                                        <p:tgtEl>
                                          <p:spTgt spid="17411"/>
                                        </p:tgtEl>
                                        <p:attrNameLst>
                                          <p:attrName>style.visibility</p:attrName>
                                        </p:attrNameLst>
                                      </p:cBhvr>
                                      <p:to>
                                        <p:strVal val="visible"/>
                                      </p:to>
                                    </p:set>
                                    <p:animEffect transition="in" filter="dissolve">
                                      <p:cBhvr>
                                        <p:cTn id="19" dur="500"/>
                                        <p:tgtEl>
                                          <p:spTgt spid="17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bldLvl="0" animBg="1"/>
      <p:bldP spid="17411" grpId="0"/>
      <p:bldP spid="174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任意多边形 1"/>
          <p:cNvSpPr/>
          <p:nvPr/>
        </p:nvSpPr>
        <p:spPr>
          <a:xfrm>
            <a:off x="0" y="374015"/>
            <a:ext cx="4799965"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65000"/>
              <a:lumOff val="35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17411" name="文本框 2"/>
          <p:cNvSpPr txBox="1"/>
          <p:nvPr/>
        </p:nvSpPr>
        <p:spPr>
          <a:xfrm>
            <a:off x="1031082" y="300049"/>
            <a:ext cx="4091940" cy="460375"/>
          </a:xfrm>
          <a:prstGeom prst="rect">
            <a:avLst/>
          </a:prstGeom>
          <a:noFill/>
          <a:ln w="9525">
            <a:noFill/>
          </a:ln>
        </p:spPr>
        <p:txBody>
          <a:bodyPr wrap="square" anchor="t">
            <a:spAutoFit/>
          </a:bodyPr>
          <a:lstStyle/>
          <a:p>
            <a:pPr>
              <a:buFont typeface="Arial" panose="020B0604020202020204" pitchFamily="34" charset="0"/>
            </a:pPr>
            <a:r>
              <a:rPr lang="en-US" altLang="zh-CN" sz="2400" dirty="0">
                <a:latin typeface="Arial" panose="020B0604020202020204" pitchFamily="34" charset="0"/>
                <a:ea typeface="Arial" panose="020B0604020202020204" pitchFamily="34" charset="0"/>
              </a:rPr>
              <a:t> 1 LEVEL  DFD</a:t>
            </a:r>
          </a:p>
        </p:txBody>
      </p:sp>
      <p:sp>
        <p:nvSpPr>
          <p:cNvPr id="17412" name="文本框 3"/>
          <p:cNvSpPr txBox="1"/>
          <p:nvPr/>
        </p:nvSpPr>
        <p:spPr>
          <a:xfrm>
            <a:off x="236538" y="84138"/>
            <a:ext cx="1117600" cy="922020"/>
          </a:xfrm>
          <a:prstGeom prst="rect">
            <a:avLst/>
          </a:prstGeom>
          <a:noFill/>
          <a:ln w="9525">
            <a:noFill/>
          </a:ln>
        </p:spPr>
        <p:txBody>
          <a:bodyPr anchor="t">
            <a:spAutoFit/>
          </a:bodyPr>
          <a:lstStyle/>
          <a:p>
            <a:pPr>
              <a:buFont typeface="Arial" panose="020B0604020202020204" pitchFamily="34" charset="0"/>
            </a:pPr>
            <a:r>
              <a:rPr lang="en-US" altLang="zh-CN" sz="5400" dirty="0">
                <a:latin typeface="Arial" panose="020B0604020202020204" pitchFamily="34" charset="0"/>
                <a:ea typeface="Arial" panose="020B0604020202020204" pitchFamily="34" charset="0"/>
              </a:rPr>
              <a:t>10</a:t>
            </a:r>
            <a:endParaRPr lang="zh-CN" altLang="en-US" sz="5400" dirty="0">
              <a:latin typeface="Arial" panose="020B0604020202020204" pitchFamily="34" charset="0"/>
              <a:ea typeface="Arial" panose="020B0604020202020204" pitchFamily="34" charset="0"/>
            </a:endParaRPr>
          </a:p>
        </p:txBody>
      </p:sp>
      <p:pic>
        <p:nvPicPr>
          <p:cNvPr id="104" name="Picture 103"/>
          <p:cNvPicPr/>
          <p:nvPr/>
        </p:nvPicPr>
        <p:blipFill>
          <a:blip r:embed="rId2"/>
          <a:stretch>
            <a:fillRect/>
          </a:stretch>
        </p:blipFill>
        <p:spPr>
          <a:xfrm>
            <a:off x="6096000" y="3429000"/>
            <a:ext cx="0" cy="0"/>
          </a:xfrm>
          <a:prstGeom prst="rect">
            <a:avLst/>
          </a:prstGeom>
          <a:noFill/>
          <a:ln w="9525">
            <a:noFill/>
          </a:ln>
        </p:spPr>
      </p:pic>
      <p:pic>
        <p:nvPicPr>
          <p:cNvPr id="4" name="Picture 3">
            <a:extLst>
              <a:ext uri="{FF2B5EF4-FFF2-40B4-BE49-F238E27FC236}">
                <a16:creationId xmlns:a16="http://schemas.microsoft.com/office/drawing/2014/main" id="{F1BAA622-EEC4-552F-EECA-6FCEEABB5A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1213" y="1222069"/>
            <a:ext cx="10127226" cy="4980851"/>
          </a:xfrm>
          <a:prstGeom prst="rect">
            <a:avLst/>
          </a:prstGeom>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7410"/>
                                        </p:tgtEl>
                                        <p:attrNameLst>
                                          <p:attrName>style.visibility</p:attrName>
                                        </p:attrNameLst>
                                      </p:cBhvr>
                                      <p:to>
                                        <p:strVal val="visible"/>
                                      </p:to>
                                    </p:set>
                                    <p:anim calcmode="lin" valueType="num">
                                      <p:cBhvr additive="base">
                                        <p:cTn id="7" dur="500"/>
                                        <p:tgtEl>
                                          <p:spTgt spid="17410"/>
                                        </p:tgtEl>
                                        <p:attrNameLst>
                                          <p:attrName>ppt_x</p:attrName>
                                        </p:attrNameLst>
                                      </p:cBhvr>
                                      <p:tavLst>
                                        <p:tav tm="0">
                                          <p:val>
                                            <p:strVal val="#ppt_x-#ppt_w*1.125000"/>
                                          </p:val>
                                        </p:tav>
                                        <p:tav tm="100000">
                                          <p:val>
                                            <p:strVal val="#ppt_x"/>
                                          </p:val>
                                        </p:tav>
                                      </p:tavLst>
                                    </p:anim>
                                    <p:animEffect transition="in" filter="wipe(right)">
                                      <p:cBhvr>
                                        <p:cTn id="8" dur="500"/>
                                        <p:tgtEl>
                                          <p:spTgt spid="17410"/>
                                        </p:tgtEl>
                                      </p:cBhvr>
                                    </p:animEffect>
                                  </p:childTnLst>
                                </p:cTn>
                              </p:par>
                            </p:childTnLst>
                          </p:cTn>
                        </p:par>
                        <p:par>
                          <p:cTn id="9" fill="hold">
                            <p:stCondLst>
                              <p:cond delay="500"/>
                            </p:stCondLst>
                            <p:childTnLst>
                              <p:par>
                                <p:cTn id="10" presetID="49" presetClass="entr" presetSubtype="0" decel="100000" fill="hold" grpId="0" nodeType="afterEffect">
                                  <p:stCondLst>
                                    <p:cond delay="250"/>
                                  </p:stCondLst>
                                  <p:childTnLst>
                                    <p:set>
                                      <p:cBhvr>
                                        <p:cTn id="11" dur="1" fill="hold">
                                          <p:stCondLst>
                                            <p:cond delay="0"/>
                                          </p:stCondLst>
                                        </p:cTn>
                                        <p:tgtEl>
                                          <p:spTgt spid="17412"/>
                                        </p:tgtEl>
                                        <p:attrNameLst>
                                          <p:attrName>style.visibility</p:attrName>
                                        </p:attrNameLst>
                                      </p:cBhvr>
                                      <p:to>
                                        <p:strVal val="visible"/>
                                      </p:to>
                                    </p:set>
                                    <p:anim calcmode="lin" valueType="num">
                                      <p:cBhvr>
                                        <p:cTn id="12" dur="500" fill="hold"/>
                                        <p:tgtEl>
                                          <p:spTgt spid="17412"/>
                                        </p:tgtEl>
                                        <p:attrNameLst>
                                          <p:attrName>ppt_w</p:attrName>
                                        </p:attrNameLst>
                                      </p:cBhvr>
                                      <p:tavLst>
                                        <p:tav tm="0">
                                          <p:val>
                                            <p:fltVal val="0"/>
                                          </p:val>
                                        </p:tav>
                                        <p:tav tm="100000">
                                          <p:val>
                                            <p:strVal val="#ppt_w"/>
                                          </p:val>
                                        </p:tav>
                                      </p:tavLst>
                                    </p:anim>
                                    <p:anim calcmode="lin" valueType="num">
                                      <p:cBhvr>
                                        <p:cTn id="13" dur="500" fill="hold"/>
                                        <p:tgtEl>
                                          <p:spTgt spid="17412"/>
                                        </p:tgtEl>
                                        <p:attrNameLst>
                                          <p:attrName>ppt_h</p:attrName>
                                        </p:attrNameLst>
                                      </p:cBhvr>
                                      <p:tavLst>
                                        <p:tav tm="0">
                                          <p:val>
                                            <p:fltVal val="0"/>
                                          </p:val>
                                        </p:tav>
                                        <p:tav tm="100000">
                                          <p:val>
                                            <p:strVal val="#ppt_h"/>
                                          </p:val>
                                        </p:tav>
                                      </p:tavLst>
                                    </p:anim>
                                    <p:anim calcmode="lin" valueType="num">
                                      <p:cBhvr>
                                        <p:cTn id="14" dur="500" fill="hold"/>
                                        <p:tgtEl>
                                          <p:spTgt spid="17412"/>
                                        </p:tgtEl>
                                        <p:attrNameLst>
                                          <p:attrName>style.rotation</p:attrName>
                                        </p:attrNameLst>
                                      </p:cBhvr>
                                      <p:tavLst>
                                        <p:tav tm="0">
                                          <p:val>
                                            <p:fltVal val="360"/>
                                          </p:val>
                                        </p:tav>
                                        <p:tav tm="100000">
                                          <p:val>
                                            <p:fltVal val="0"/>
                                          </p:val>
                                        </p:tav>
                                      </p:tavLst>
                                    </p:anim>
                                    <p:animEffect transition="in" filter="fade">
                                      <p:cBhvr>
                                        <p:cTn id="15" dur="500"/>
                                        <p:tgtEl>
                                          <p:spTgt spid="17412"/>
                                        </p:tgtEl>
                                      </p:cBhvr>
                                    </p:animEffect>
                                  </p:childTnLst>
                                </p:cTn>
                              </p:par>
                            </p:childTnLst>
                          </p:cTn>
                        </p:par>
                        <p:par>
                          <p:cTn id="16" fill="hold">
                            <p:stCondLst>
                              <p:cond delay="1250"/>
                            </p:stCondLst>
                            <p:childTnLst>
                              <p:par>
                                <p:cTn id="17" presetID="9" presetClass="entr" presetSubtype="0" fill="hold" grpId="0" nodeType="afterEffect">
                                  <p:stCondLst>
                                    <p:cond delay="0"/>
                                  </p:stCondLst>
                                  <p:childTnLst>
                                    <p:set>
                                      <p:cBhvr>
                                        <p:cTn id="18" dur="1" fill="hold">
                                          <p:stCondLst>
                                            <p:cond delay="0"/>
                                          </p:stCondLst>
                                        </p:cTn>
                                        <p:tgtEl>
                                          <p:spTgt spid="17411"/>
                                        </p:tgtEl>
                                        <p:attrNameLst>
                                          <p:attrName>style.visibility</p:attrName>
                                        </p:attrNameLst>
                                      </p:cBhvr>
                                      <p:to>
                                        <p:strVal val="visible"/>
                                      </p:to>
                                    </p:set>
                                    <p:animEffect transition="in" filter="dissolve">
                                      <p:cBhvr>
                                        <p:cTn id="19" dur="500"/>
                                        <p:tgtEl>
                                          <p:spTgt spid="17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bldLvl="0" animBg="1"/>
      <p:bldP spid="17411" grpId="0"/>
      <p:bldP spid="174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矩形 12"/>
          <p:cNvSpPr/>
          <p:nvPr/>
        </p:nvSpPr>
        <p:spPr>
          <a:xfrm>
            <a:off x="3184843" y="943610"/>
            <a:ext cx="5821362" cy="4970463"/>
          </a:xfrm>
          <a:prstGeom prst="rect">
            <a:avLst/>
          </a:prstGeom>
          <a:solidFill>
            <a:schemeClr val="tx1">
              <a:alpha val="70195"/>
            </a:schemeClr>
          </a:solidFill>
          <a:ln w="9525">
            <a:noFill/>
          </a:ln>
        </p:spPr>
        <p:txBody>
          <a:bodyPr anchor="ctr"/>
          <a:lstStyle/>
          <a:p>
            <a:pPr algn="ctr">
              <a:buFont typeface="Arial" panose="020B0604020202020204" pitchFamily="34" charset="0"/>
            </a:pPr>
            <a:endParaRPr lang="zh-CN" altLang="en-US" dirty="0">
              <a:solidFill>
                <a:srgbClr val="FFFFFF"/>
              </a:solidFill>
              <a:latin typeface="Arial" panose="020B0604020202020204" pitchFamily="34" charset="0"/>
              <a:ea typeface="Arial" panose="020B0604020202020204" pitchFamily="34" charset="0"/>
            </a:endParaRPr>
          </a:p>
        </p:txBody>
      </p:sp>
      <p:sp>
        <p:nvSpPr>
          <p:cNvPr id="9222" name="文本框 16"/>
          <p:cNvSpPr txBox="1"/>
          <p:nvPr/>
        </p:nvSpPr>
        <p:spPr>
          <a:xfrm>
            <a:off x="3302635" y="3195003"/>
            <a:ext cx="5586413" cy="768350"/>
          </a:xfrm>
          <a:prstGeom prst="rect">
            <a:avLst/>
          </a:prstGeom>
          <a:noFill/>
          <a:ln w="9525">
            <a:noFill/>
          </a:ln>
        </p:spPr>
        <p:txBody>
          <a:bodyPr anchor="t">
            <a:spAutoFit/>
          </a:bodyPr>
          <a:lstStyle/>
          <a:p>
            <a:pPr algn="ctr">
              <a:buFont typeface="Arial" panose="020B0604020202020204" pitchFamily="34" charset="0"/>
            </a:pPr>
            <a:r>
              <a:rPr lang="en-US" altLang="zh-CN" sz="4400" dirty="0">
                <a:solidFill>
                  <a:schemeClr val="bg1"/>
                </a:solidFill>
                <a:latin typeface="Arial" panose="020B0604020202020204" pitchFamily="34" charset="0"/>
                <a:ea typeface="Arial" panose="020B0604020202020204" pitchFamily="34" charset="0"/>
              </a:rPr>
              <a:t>PROJECT’S UI</a:t>
            </a:r>
            <a:endParaRPr lang="zh-CN" altLang="en-US" sz="4400" dirty="0">
              <a:solidFill>
                <a:schemeClr val="bg1"/>
              </a:solidFill>
              <a:latin typeface="Arial" panose="020B0604020202020204" pitchFamily="34" charset="0"/>
              <a:ea typeface="Arial" panose="020B0604020202020204" pitchFamily="34" charset="0"/>
            </a:endParaRPr>
          </a:p>
        </p:txBody>
      </p:sp>
      <p:grpSp>
        <p:nvGrpSpPr>
          <p:cNvPr id="9223" name="组合 17"/>
          <p:cNvGrpSpPr/>
          <p:nvPr/>
        </p:nvGrpSpPr>
        <p:grpSpPr>
          <a:xfrm>
            <a:off x="4553268" y="3118168"/>
            <a:ext cx="2922587" cy="922337"/>
            <a:chOff x="0" y="0"/>
            <a:chExt cx="2922111" cy="923330"/>
          </a:xfrm>
        </p:grpSpPr>
        <p:cxnSp>
          <p:nvCxnSpPr>
            <p:cNvPr id="11272" name="直接连接符 18"/>
            <p:cNvCxnSpPr/>
            <p:nvPr/>
          </p:nvCxnSpPr>
          <p:spPr>
            <a:xfrm>
              <a:off x="560943" y="0"/>
              <a:ext cx="1800225" cy="0"/>
            </a:xfrm>
            <a:prstGeom prst="line">
              <a:avLst/>
            </a:prstGeom>
            <a:ln w="12700" cap="flat" cmpd="sng">
              <a:solidFill>
                <a:srgbClr val="3B3838"/>
              </a:solidFill>
              <a:prstDash val="solid"/>
              <a:round/>
              <a:headEnd type="none" w="med" len="med"/>
              <a:tailEnd type="none" w="med" len="med"/>
            </a:ln>
          </p:spPr>
        </p:cxnSp>
        <p:cxnSp>
          <p:nvCxnSpPr>
            <p:cNvPr id="11273" name="直接连接符 19"/>
            <p:cNvCxnSpPr/>
            <p:nvPr/>
          </p:nvCxnSpPr>
          <p:spPr>
            <a:xfrm>
              <a:off x="0" y="923330"/>
              <a:ext cx="2922111" cy="0"/>
            </a:xfrm>
            <a:prstGeom prst="line">
              <a:avLst/>
            </a:prstGeom>
            <a:ln w="12700" cap="flat" cmpd="sng">
              <a:solidFill>
                <a:srgbClr val="3B3838"/>
              </a:solidFill>
              <a:prstDash val="solid"/>
              <a:round/>
              <a:headEnd type="none" w="med" len="med"/>
              <a:tailEnd type="none" w="med" len="med"/>
            </a:ln>
          </p:spPr>
        </p:cxnSp>
      </p:grpSp>
      <p:pic>
        <p:nvPicPr>
          <p:cNvPr id="6" name="Picture 5" descr="pngegg"/>
          <p:cNvPicPr>
            <a:picLocks noChangeAspect="1"/>
          </p:cNvPicPr>
          <p:nvPr/>
        </p:nvPicPr>
        <p:blipFill>
          <a:blip r:embed="rId2">
            <a:biLevel thresh="50000"/>
            <a:lum bright="-72000" contrast="-42000"/>
          </a:blip>
          <a:stretch>
            <a:fillRect/>
          </a:stretch>
        </p:blipFill>
        <p:spPr>
          <a:xfrm>
            <a:off x="4969510" y="1087755"/>
            <a:ext cx="2090420" cy="2090420"/>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wipe(up)">
                                      <p:cBhvr>
                                        <p:cTn id="7" dur="500"/>
                                        <p:tgtEl>
                                          <p:spTgt spid="9218"/>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9223"/>
                                        </p:tgtEl>
                                        <p:attrNameLst>
                                          <p:attrName>style.visibility</p:attrName>
                                        </p:attrNameLst>
                                      </p:cBhvr>
                                      <p:to>
                                        <p:strVal val="visible"/>
                                      </p:to>
                                    </p:set>
                                    <p:animEffect transition="in" filter="barn(outVertical)">
                                      <p:cBhvr>
                                        <p:cTn id="11" dur="500"/>
                                        <p:tgtEl>
                                          <p:spTgt spid="9223"/>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dissolve">
                                      <p:cBhvr>
                                        <p:cTn id="15" dur="500"/>
                                        <p:tgtEl>
                                          <p:spTgt spid="6"/>
                                        </p:tgtEl>
                                      </p:cBhvr>
                                    </p:animEffect>
                                  </p:childTnLst>
                                </p:cTn>
                              </p:par>
                            </p:childTnLst>
                          </p:cTn>
                        </p:par>
                        <p:par>
                          <p:cTn id="16" fill="hold">
                            <p:stCondLst>
                              <p:cond delay="1500"/>
                            </p:stCondLst>
                            <p:childTnLst>
                              <p:par>
                                <p:cTn id="17" presetID="10" presetClass="entr" presetSubtype="0" fill="hold" grpId="0" nodeType="afterEffect">
                                  <p:stCondLst>
                                    <p:cond delay="0"/>
                                  </p:stCondLst>
                                  <p:iterate type="lt">
                                    <p:tmPct val="10000"/>
                                  </p:iterate>
                                  <p:childTnLst>
                                    <p:set>
                                      <p:cBhvr>
                                        <p:cTn id="18" dur="1" fill="hold">
                                          <p:stCondLst>
                                            <p:cond delay="0"/>
                                          </p:stCondLst>
                                        </p:cTn>
                                        <p:tgtEl>
                                          <p:spTgt spid="9222"/>
                                        </p:tgtEl>
                                        <p:attrNameLst>
                                          <p:attrName>style.visibility</p:attrName>
                                        </p:attrNameLst>
                                      </p:cBhvr>
                                      <p:to>
                                        <p:strVal val="visible"/>
                                      </p:to>
                                    </p:set>
                                    <p:anim calcmode="lin" valueType="num">
                                      <p:cBhvr>
                                        <p:cTn id="19" dur="500" fill="hold"/>
                                        <p:tgtEl>
                                          <p:spTgt spid="9222"/>
                                        </p:tgtEl>
                                        <p:attrNameLst>
                                          <p:attrName>ppt_w</p:attrName>
                                        </p:attrNameLst>
                                      </p:cBhvr>
                                      <p:tavLst>
                                        <p:tav tm="0">
                                          <p:val>
                                            <p:fltVal val="0"/>
                                          </p:val>
                                        </p:tav>
                                        <p:tav tm="100000">
                                          <p:val>
                                            <p:strVal val="#ppt_w"/>
                                          </p:val>
                                        </p:tav>
                                      </p:tavLst>
                                    </p:anim>
                                    <p:anim calcmode="lin" valueType="num">
                                      <p:cBhvr>
                                        <p:cTn id="20" dur="500" fill="hold"/>
                                        <p:tgtEl>
                                          <p:spTgt spid="9222"/>
                                        </p:tgtEl>
                                        <p:attrNameLst>
                                          <p:attrName>ppt_h</p:attrName>
                                        </p:attrNameLst>
                                      </p:cBhvr>
                                      <p:tavLst>
                                        <p:tav tm="0">
                                          <p:val>
                                            <p:fltVal val="0"/>
                                          </p:val>
                                        </p:tav>
                                        <p:tav tm="100000">
                                          <p:val>
                                            <p:strVal val="#ppt_h"/>
                                          </p:val>
                                        </p:tav>
                                      </p:tavLst>
                                    </p:anim>
                                    <p:animEffect transition="in" filter="fade">
                                      <p:cBhvr>
                                        <p:cTn id="21" dur="500"/>
                                        <p:tgtEl>
                                          <p:spTgt spid="9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bldLvl="0" animBg="1"/>
      <p:bldP spid="92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任意多边形 2"/>
          <p:cNvSpPr/>
          <p:nvPr/>
        </p:nvSpPr>
        <p:spPr>
          <a:xfrm>
            <a:off x="0" y="344805"/>
            <a:ext cx="4251960"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65000"/>
              <a:lumOff val="35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8196" name="文本框 3"/>
          <p:cNvSpPr txBox="1"/>
          <p:nvPr/>
        </p:nvSpPr>
        <p:spPr>
          <a:xfrm>
            <a:off x="1175385" y="286067"/>
            <a:ext cx="3076575" cy="460375"/>
          </a:xfrm>
          <a:prstGeom prst="rect">
            <a:avLst/>
          </a:prstGeom>
          <a:noFill/>
          <a:ln w="9525">
            <a:noFill/>
          </a:ln>
        </p:spPr>
        <p:txBody>
          <a:bodyPr wrap="square" anchor="t">
            <a:spAutoFit/>
          </a:bodyPr>
          <a:lstStyle/>
          <a:p>
            <a:pPr>
              <a:buFont typeface="Arial" panose="020B0604020202020204" pitchFamily="34" charset="0"/>
            </a:pPr>
            <a:r>
              <a:rPr lang="en-US" altLang="zh-CN" sz="2400" dirty="0">
                <a:latin typeface="Arial" panose="020B0604020202020204" pitchFamily="34" charset="0"/>
                <a:ea typeface="Arial" panose="020B0604020202020204" pitchFamily="34" charset="0"/>
              </a:rPr>
              <a:t>CREATE ACCOUNT</a:t>
            </a:r>
          </a:p>
        </p:txBody>
      </p:sp>
      <p:sp>
        <p:nvSpPr>
          <p:cNvPr id="8197" name="文本框 4"/>
          <p:cNvSpPr txBox="1"/>
          <p:nvPr/>
        </p:nvSpPr>
        <p:spPr>
          <a:xfrm>
            <a:off x="257080" y="55244"/>
            <a:ext cx="1117600" cy="923330"/>
          </a:xfrm>
          <a:prstGeom prst="rect">
            <a:avLst/>
          </a:prstGeom>
          <a:noFill/>
          <a:ln w="9525">
            <a:noFill/>
          </a:ln>
        </p:spPr>
        <p:txBody>
          <a:bodyPr anchor="t">
            <a:spAutoFit/>
          </a:bodyPr>
          <a:lstStyle/>
          <a:p>
            <a:pPr>
              <a:buFont typeface="Arial" panose="020B0604020202020204" pitchFamily="34" charset="0"/>
            </a:pPr>
            <a:r>
              <a:rPr lang="en-US" altLang="zh-CN" sz="5400" dirty="0">
                <a:latin typeface="Arial" panose="020B0604020202020204" pitchFamily="34" charset="0"/>
                <a:ea typeface="Arial" panose="020B0604020202020204" pitchFamily="34" charset="0"/>
              </a:rPr>
              <a:t>11</a:t>
            </a:r>
          </a:p>
        </p:txBody>
      </p:sp>
      <p:pic>
        <p:nvPicPr>
          <p:cNvPr id="4" name="Picture 3">
            <a:extLst>
              <a:ext uri="{FF2B5EF4-FFF2-40B4-BE49-F238E27FC236}">
                <a16:creationId xmlns:a16="http://schemas.microsoft.com/office/drawing/2014/main" id="{3D3F6C9B-2B03-2EC1-A02C-8FCAE5F93B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0688" y="1419038"/>
            <a:ext cx="9492616" cy="4618338"/>
          </a:xfrm>
          <a:prstGeom prst="rect">
            <a:avLst/>
          </a:prstGeom>
          <a:ln w="19050">
            <a:solidFill>
              <a:srgbClr val="00B0F0"/>
            </a:solidFill>
          </a:ln>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195"/>
                                        </p:tgtEl>
                                        <p:attrNameLst>
                                          <p:attrName>style.visibility</p:attrName>
                                        </p:attrNameLst>
                                      </p:cBhvr>
                                      <p:to>
                                        <p:strVal val="visible"/>
                                      </p:to>
                                    </p:set>
                                    <p:animEffect transition="in" filter="wipe(left)">
                                      <p:cBhvr>
                                        <p:cTn id="7" dur="500"/>
                                        <p:tgtEl>
                                          <p:spTgt spid="8195"/>
                                        </p:tgtEl>
                                      </p:cBhvr>
                                    </p:animEffect>
                                  </p:childTnLst>
                                </p:cTn>
                              </p:par>
                            </p:childTnLst>
                          </p:cTn>
                        </p:par>
                        <p:par>
                          <p:cTn id="8" fill="hold">
                            <p:stCondLst>
                              <p:cond delay="500"/>
                            </p:stCondLst>
                            <p:childTnLst>
                              <p:par>
                                <p:cTn id="9" presetID="49" presetClass="entr" presetSubtype="0" decel="100000" fill="hold" grpId="0" nodeType="afterEffect">
                                  <p:stCondLst>
                                    <p:cond delay="250"/>
                                  </p:stCondLst>
                                  <p:childTnLst>
                                    <p:set>
                                      <p:cBhvr>
                                        <p:cTn id="10" dur="1" fill="hold">
                                          <p:stCondLst>
                                            <p:cond delay="0"/>
                                          </p:stCondLst>
                                        </p:cTn>
                                        <p:tgtEl>
                                          <p:spTgt spid="8197"/>
                                        </p:tgtEl>
                                        <p:attrNameLst>
                                          <p:attrName>style.visibility</p:attrName>
                                        </p:attrNameLst>
                                      </p:cBhvr>
                                      <p:to>
                                        <p:strVal val="visible"/>
                                      </p:to>
                                    </p:set>
                                    <p:anim calcmode="lin" valueType="num">
                                      <p:cBhvr>
                                        <p:cTn id="11" dur="500" fill="hold"/>
                                        <p:tgtEl>
                                          <p:spTgt spid="8197"/>
                                        </p:tgtEl>
                                        <p:attrNameLst>
                                          <p:attrName>ppt_w</p:attrName>
                                        </p:attrNameLst>
                                      </p:cBhvr>
                                      <p:tavLst>
                                        <p:tav tm="0">
                                          <p:val>
                                            <p:fltVal val="0"/>
                                          </p:val>
                                        </p:tav>
                                        <p:tav tm="100000">
                                          <p:val>
                                            <p:strVal val="#ppt_w"/>
                                          </p:val>
                                        </p:tav>
                                      </p:tavLst>
                                    </p:anim>
                                    <p:anim calcmode="lin" valueType="num">
                                      <p:cBhvr>
                                        <p:cTn id="12" dur="500" fill="hold"/>
                                        <p:tgtEl>
                                          <p:spTgt spid="8197"/>
                                        </p:tgtEl>
                                        <p:attrNameLst>
                                          <p:attrName>ppt_h</p:attrName>
                                        </p:attrNameLst>
                                      </p:cBhvr>
                                      <p:tavLst>
                                        <p:tav tm="0">
                                          <p:val>
                                            <p:fltVal val="0"/>
                                          </p:val>
                                        </p:tav>
                                        <p:tav tm="100000">
                                          <p:val>
                                            <p:strVal val="#ppt_h"/>
                                          </p:val>
                                        </p:tav>
                                      </p:tavLst>
                                    </p:anim>
                                    <p:anim calcmode="lin" valueType="num">
                                      <p:cBhvr>
                                        <p:cTn id="13" dur="500" fill="hold"/>
                                        <p:tgtEl>
                                          <p:spTgt spid="8197"/>
                                        </p:tgtEl>
                                        <p:attrNameLst>
                                          <p:attrName>style.rotation</p:attrName>
                                        </p:attrNameLst>
                                      </p:cBhvr>
                                      <p:tavLst>
                                        <p:tav tm="0">
                                          <p:val>
                                            <p:fltVal val="360"/>
                                          </p:val>
                                        </p:tav>
                                        <p:tav tm="100000">
                                          <p:val>
                                            <p:fltVal val="0"/>
                                          </p:val>
                                        </p:tav>
                                      </p:tavLst>
                                    </p:anim>
                                    <p:animEffect transition="in" filter="fade">
                                      <p:cBhvr>
                                        <p:cTn id="14" dur="500"/>
                                        <p:tgtEl>
                                          <p:spTgt spid="8197"/>
                                        </p:tgtEl>
                                      </p:cBhvr>
                                    </p:animEffect>
                                  </p:childTnLst>
                                </p:cTn>
                              </p:par>
                            </p:childTnLst>
                          </p:cTn>
                        </p:par>
                        <p:par>
                          <p:cTn id="15" fill="hold">
                            <p:stCondLst>
                              <p:cond delay="1250"/>
                            </p:stCondLst>
                            <p:childTnLst>
                              <p:par>
                                <p:cTn id="16" presetID="22" presetClass="entr" presetSubtype="8" fill="hold" grpId="0" nodeType="afterEffect">
                                  <p:stCondLst>
                                    <p:cond delay="750"/>
                                  </p:stCondLst>
                                  <p:childTnLst>
                                    <p:set>
                                      <p:cBhvr>
                                        <p:cTn id="17" dur="1" fill="hold">
                                          <p:stCondLst>
                                            <p:cond delay="0"/>
                                          </p:stCondLst>
                                        </p:cTn>
                                        <p:tgtEl>
                                          <p:spTgt spid="8196"/>
                                        </p:tgtEl>
                                        <p:attrNameLst>
                                          <p:attrName>style.visibility</p:attrName>
                                        </p:attrNameLst>
                                      </p:cBhvr>
                                      <p:to>
                                        <p:strVal val="visible"/>
                                      </p:to>
                                    </p:set>
                                    <p:animEffect transition="in" filter="wipe(left)">
                                      <p:cBhvr>
                                        <p:cTn id="18" dur="500"/>
                                        <p:tgtEl>
                                          <p:spTgt spid="8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p:bldP spid="819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2">
            <a:extLst>
              <a:ext uri="{FF2B5EF4-FFF2-40B4-BE49-F238E27FC236}">
                <a16:creationId xmlns:a16="http://schemas.microsoft.com/office/drawing/2014/main" id="{48877AA8-1744-D518-A415-731029B7E347}"/>
              </a:ext>
            </a:extLst>
          </p:cNvPr>
          <p:cNvSpPr/>
          <p:nvPr/>
        </p:nvSpPr>
        <p:spPr>
          <a:xfrm>
            <a:off x="0" y="344805"/>
            <a:ext cx="4251960"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65000"/>
              <a:lumOff val="35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4" name="TextBox 3">
            <a:extLst>
              <a:ext uri="{FF2B5EF4-FFF2-40B4-BE49-F238E27FC236}">
                <a16:creationId xmlns:a16="http://schemas.microsoft.com/office/drawing/2014/main" id="{DA73925C-7EEE-7703-9138-9065262BD8AD}"/>
              </a:ext>
            </a:extLst>
          </p:cNvPr>
          <p:cNvSpPr txBox="1"/>
          <p:nvPr/>
        </p:nvSpPr>
        <p:spPr>
          <a:xfrm>
            <a:off x="88490" y="100756"/>
            <a:ext cx="953729" cy="830997"/>
          </a:xfrm>
          <a:prstGeom prst="rect">
            <a:avLst/>
          </a:prstGeom>
          <a:noFill/>
        </p:spPr>
        <p:txBody>
          <a:bodyPr wrap="square">
            <a:spAutoFit/>
          </a:bodyPr>
          <a:lstStyle/>
          <a:p>
            <a:pPr>
              <a:buFont typeface="Arial" panose="020B0604020202020204" pitchFamily="34" charset="0"/>
            </a:pPr>
            <a:r>
              <a:rPr lang="en-US" altLang="zh-CN" sz="4800" dirty="0">
                <a:latin typeface="Arial" panose="020B0604020202020204" pitchFamily="34" charset="0"/>
                <a:ea typeface="Arial" panose="020B0604020202020204" pitchFamily="34" charset="0"/>
              </a:rPr>
              <a:t>12</a:t>
            </a:r>
          </a:p>
        </p:txBody>
      </p:sp>
      <p:sp>
        <p:nvSpPr>
          <p:cNvPr id="6" name="TextBox 5">
            <a:extLst>
              <a:ext uri="{FF2B5EF4-FFF2-40B4-BE49-F238E27FC236}">
                <a16:creationId xmlns:a16="http://schemas.microsoft.com/office/drawing/2014/main" id="{E94F8797-14FC-37DE-C1AE-D6F8E136707C}"/>
              </a:ext>
            </a:extLst>
          </p:cNvPr>
          <p:cNvSpPr txBox="1"/>
          <p:nvPr/>
        </p:nvSpPr>
        <p:spPr>
          <a:xfrm>
            <a:off x="1042219" y="344805"/>
            <a:ext cx="2659448" cy="369332"/>
          </a:xfrm>
          <a:prstGeom prst="rect">
            <a:avLst/>
          </a:prstGeom>
          <a:noFill/>
        </p:spPr>
        <p:txBody>
          <a:bodyPr wrap="square">
            <a:spAutoFit/>
          </a:bodyPr>
          <a:lstStyle/>
          <a:p>
            <a:pPr>
              <a:buFont typeface="Arial" panose="020B0604020202020204" pitchFamily="34" charset="0"/>
            </a:pPr>
            <a:r>
              <a:rPr lang="en-US" altLang="zh-CN" sz="1800" dirty="0">
                <a:latin typeface="Arial" panose="020B0604020202020204" pitchFamily="34" charset="0"/>
                <a:ea typeface="Arial" panose="020B0604020202020204" pitchFamily="34" charset="0"/>
              </a:rPr>
              <a:t>LOGIN PAGE</a:t>
            </a:r>
          </a:p>
        </p:txBody>
      </p:sp>
      <p:pic>
        <p:nvPicPr>
          <p:cNvPr id="5" name="Picture 4">
            <a:extLst>
              <a:ext uri="{FF2B5EF4-FFF2-40B4-BE49-F238E27FC236}">
                <a16:creationId xmlns:a16="http://schemas.microsoft.com/office/drawing/2014/main" id="{E6284CDE-B478-0AC6-DD6C-96195D86E3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2219" y="1486951"/>
            <a:ext cx="9389808" cy="4373076"/>
          </a:xfrm>
          <a:prstGeom prst="rect">
            <a:avLst/>
          </a:prstGeom>
          <a:ln w="19050">
            <a:solidFill>
              <a:srgbClr val="00B0F0"/>
            </a:solidFill>
          </a:ln>
        </p:spPr>
      </p:pic>
    </p:spTree>
    <p:extLst>
      <p:ext uri="{BB962C8B-B14F-4D97-AF65-F5344CB8AC3E}">
        <p14:creationId xmlns:p14="http://schemas.microsoft.com/office/powerpoint/2010/main" val="143431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任意多边形 2"/>
          <p:cNvSpPr/>
          <p:nvPr/>
        </p:nvSpPr>
        <p:spPr>
          <a:xfrm>
            <a:off x="0" y="380345"/>
            <a:ext cx="4251960"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65000"/>
              <a:lumOff val="35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8196" name="文本框 3"/>
          <p:cNvSpPr txBox="1"/>
          <p:nvPr/>
        </p:nvSpPr>
        <p:spPr>
          <a:xfrm>
            <a:off x="1174750" y="344805"/>
            <a:ext cx="3076575" cy="460375"/>
          </a:xfrm>
          <a:prstGeom prst="rect">
            <a:avLst/>
          </a:prstGeom>
          <a:noFill/>
          <a:ln w="9525">
            <a:noFill/>
          </a:ln>
        </p:spPr>
        <p:txBody>
          <a:bodyPr wrap="square" anchor="t">
            <a:spAutoFit/>
          </a:bodyPr>
          <a:lstStyle/>
          <a:p>
            <a:pPr>
              <a:buFont typeface="Arial" panose="020B0604020202020204" pitchFamily="34" charset="0"/>
            </a:pPr>
            <a:r>
              <a:rPr lang="en-US" altLang="zh-CN" sz="2400" dirty="0">
                <a:latin typeface="Arial" panose="020B0604020202020204" pitchFamily="34" charset="0"/>
                <a:ea typeface="Arial" panose="020B0604020202020204" pitchFamily="34" charset="0"/>
              </a:rPr>
              <a:t>HOME PAGE</a:t>
            </a:r>
          </a:p>
        </p:txBody>
      </p:sp>
      <p:sp>
        <p:nvSpPr>
          <p:cNvPr id="8197" name="文本框 4"/>
          <p:cNvSpPr txBox="1"/>
          <p:nvPr/>
        </p:nvSpPr>
        <p:spPr>
          <a:xfrm>
            <a:off x="268097" y="90785"/>
            <a:ext cx="1117600" cy="922020"/>
          </a:xfrm>
          <a:prstGeom prst="rect">
            <a:avLst/>
          </a:prstGeom>
          <a:noFill/>
          <a:ln w="9525">
            <a:noFill/>
          </a:ln>
        </p:spPr>
        <p:txBody>
          <a:bodyPr anchor="t">
            <a:spAutoFit/>
          </a:bodyPr>
          <a:lstStyle/>
          <a:p>
            <a:pPr>
              <a:buFont typeface="Arial" panose="020B0604020202020204" pitchFamily="34" charset="0"/>
            </a:pPr>
            <a:r>
              <a:rPr lang="en-US" altLang="zh-CN" sz="5400" dirty="0">
                <a:latin typeface="Arial" panose="020B0604020202020204" pitchFamily="34" charset="0"/>
                <a:ea typeface="Arial" panose="020B0604020202020204" pitchFamily="34" charset="0"/>
              </a:rPr>
              <a:t>13</a:t>
            </a:r>
          </a:p>
        </p:txBody>
      </p:sp>
      <p:pic>
        <p:nvPicPr>
          <p:cNvPr id="4" name="Picture 3">
            <a:extLst>
              <a:ext uri="{FF2B5EF4-FFF2-40B4-BE49-F238E27FC236}">
                <a16:creationId xmlns:a16="http://schemas.microsoft.com/office/drawing/2014/main" id="{AD544A4B-FB8E-B1D2-C994-573DDF796A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1167" y="1178321"/>
            <a:ext cx="9331465" cy="4996581"/>
          </a:xfrm>
          <a:prstGeom prst="rect">
            <a:avLst/>
          </a:prstGeom>
          <a:ln w="19050">
            <a:solidFill>
              <a:srgbClr val="00B0F0"/>
            </a:solidFill>
          </a:ln>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195"/>
                                        </p:tgtEl>
                                        <p:attrNameLst>
                                          <p:attrName>style.visibility</p:attrName>
                                        </p:attrNameLst>
                                      </p:cBhvr>
                                      <p:to>
                                        <p:strVal val="visible"/>
                                      </p:to>
                                    </p:set>
                                    <p:animEffect transition="in" filter="wipe(left)">
                                      <p:cBhvr>
                                        <p:cTn id="7" dur="500"/>
                                        <p:tgtEl>
                                          <p:spTgt spid="8195"/>
                                        </p:tgtEl>
                                      </p:cBhvr>
                                    </p:animEffect>
                                  </p:childTnLst>
                                </p:cTn>
                              </p:par>
                            </p:childTnLst>
                          </p:cTn>
                        </p:par>
                        <p:par>
                          <p:cTn id="8" fill="hold">
                            <p:stCondLst>
                              <p:cond delay="500"/>
                            </p:stCondLst>
                            <p:childTnLst>
                              <p:par>
                                <p:cTn id="9" presetID="49" presetClass="entr" presetSubtype="0" decel="100000" fill="hold" grpId="0" nodeType="afterEffect">
                                  <p:stCondLst>
                                    <p:cond delay="250"/>
                                  </p:stCondLst>
                                  <p:childTnLst>
                                    <p:set>
                                      <p:cBhvr>
                                        <p:cTn id="10" dur="1" fill="hold">
                                          <p:stCondLst>
                                            <p:cond delay="0"/>
                                          </p:stCondLst>
                                        </p:cTn>
                                        <p:tgtEl>
                                          <p:spTgt spid="8197"/>
                                        </p:tgtEl>
                                        <p:attrNameLst>
                                          <p:attrName>style.visibility</p:attrName>
                                        </p:attrNameLst>
                                      </p:cBhvr>
                                      <p:to>
                                        <p:strVal val="visible"/>
                                      </p:to>
                                    </p:set>
                                    <p:anim calcmode="lin" valueType="num">
                                      <p:cBhvr>
                                        <p:cTn id="11" dur="500" fill="hold"/>
                                        <p:tgtEl>
                                          <p:spTgt spid="8197"/>
                                        </p:tgtEl>
                                        <p:attrNameLst>
                                          <p:attrName>ppt_w</p:attrName>
                                        </p:attrNameLst>
                                      </p:cBhvr>
                                      <p:tavLst>
                                        <p:tav tm="0">
                                          <p:val>
                                            <p:fltVal val="0"/>
                                          </p:val>
                                        </p:tav>
                                        <p:tav tm="100000">
                                          <p:val>
                                            <p:strVal val="#ppt_w"/>
                                          </p:val>
                                        </p:tav>
                                      </p:tavLst>
                                    </p:anim>
                                    <p:anim calcmode="lin" valueType="num">
                                      <p:cBhvr>
                                        <p:cTn id="12" dur="500" fill="hold"/>
                                        <p:tgtEl>
                                          <p:spTgt spid="8197"/>
                                        </p:tgtEl>
                                        <p:attrNameLst>
                                          <p:attrName>ppt_h</p:attrName>
                                        </p:attrNameLst>
                                      </p:cBhvr>
                                      <p:tavLst>
                                        <p:tav tm="0">
                                          <p:val>
                                            <p:fltVal val="0"/>
                                          </p:val>
                                        </p:tav>
                                        <p:tav tm="100000">
                                          <p:val>
                                            <p:strVal val="#ppt_h"/>
                                          </p:val>
                                        </p:tav>
                                      </p:tavLst>
                                    </p:anim>
                                    <p:anim calcmode="lin" valueType="num">
                                      <p:cBhvr>
                                        <p:cTn id="13" dur="500" fill="hold"/>
                                        <p:tgtEl>
                                          <p:spTgt spid="8197"/>
                                        </p:tgtEl>
                                        <p:attrNameLst>
                                          <p:attrName>style.rotation</p:attrName>
                                        </p:attrNameLst>
                                      </p:cBhvr>
                                      <p:tavLst>
                                        <p:tav tm="0">
                                          <p:val>
                                            <p:fltVal val="360"/>
                                          </p:val>
                                        </p:tav>
                                        <p:tav tm="100000">
                                          <p:val>
                                            <p:fltVal val="0"/>
                                          </p:val>
                                        </p:tav>
                                      </p:tavLst>
                                    </p:anim>
                                    <p:animEffect transition="in" filter="fade">
                                      <p:cBhvr>
                                        <p:cTn id="14" dur="500"/>
                                        <p:tgtEl>
                                          <p:spTgt spid="8197"/>
                                        </p:tgtEl>
                                      </p:cBhvr>
                                    </p:animEffect>
                                  </p:childTnLst>
                                </p:cTn>
                              </p:par>
                            </p:childTnLst>
                          </p:cTn>
                        </p:par>
                        <p:par>
                          <p:cTn id="15" fill="hold">
                            <p:stCondLst>
                              <p:cond delay="1250"/>
                            </p:stCondLst>
                            <p:childTnLst>
                              <p:par>
                                <p:cTn id="16" presetID="22" presetClass="entr" presetSubtype="8" fill="hold" grpId="0" nodeType="afterEffect">
                                  <p:stCondLst>
                                    <p:cond delay="750"/>
                                  </p:stCondLst>
                                  <p:childTnLst>
                                    <p:set>
                                      <p:cBhvr>
                                        <p:cTn id="17" dur="1" fill="hold">
                                          <p:stCondLst>
                                            <p:cond delay="0"/>
                                          </p:stCondLst>
                                        </p:cTn>
                                        <p:tgtEl>
                                          <p:spTgt spid="8196"/>
                                        </p:tgtEl>
                                        <p:attrNameLst>
                                          <p:attrName>style.visibility</p:attrName>
                                        </p:attrNameLst>
                                      </p:cBhvr>
                                      <p:to>
                                        <p:strVal val="visible"/>
                                      </p:to>
                                    </p:set>
                                    <p:animEffect transition="in" filter="wipe(left)">
                                      <p:cBhvr>
                                        <p:cTn id="18" dur="500"/>
                                        <p:tgtEl>
                                          <p:spTgt spid="8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p:bldP spid="819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任意多边形 2"/>
          <p:cNvSpPr/>
          <p:nvPr/>
        </p:nvSpPr>
        <p:spPr>
          <a:xfrm>
            <a:off x="0" y="380345"/>
            <a:ext cx="4251960"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65000"/>
              <a:lumOff val="35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8196" name="文本框 3"/>
          <p:cNvSpPr txBox="1"/>
          <p:nvPr/>
        </p:nvSpPr>
        <p:spPr>
          <a:xfrm>
            <a:off x="1174750" y="344805"/>
            <a:ext cx="3076575" cy="460375"/>
          </a:xfrm>
          <a:prstGeom prst="rect">
            <a:avLst/>
          </a:prstGeom>
          <a:noFill/>
          <a:ln w="9525">
            <a:noFill/>
          </a:ln>
        </p:spPr>
        <p:txBody>
          <a:bodyPr wrap="square" anchor="t">
            <a:spAutoFit/>
          </a:bodyPr>
          <a:lstStyle/>
          <a:p>
            <a:pPr>
              <a:buFont typeface="Arial" panose="020B0604020202020204" pitchFamily="34" charset="0"/>
            </a:pPr>
            <a:r>
              <a:rPr lang="en-US" altLang="zh-CN" sz="2400" dirty="0">
                <a:latin typeface="Arial" panose="020B0604020202020204" pitchFamily="34" charset="0"/>
                <a:ea typeface="Arial" panose="020B0604020202020204" pitchFamily="34" charset="0"/>
              </a:rPr>
              <a:t>SHARING POSTS</a:t>
            </a:r>
          </a:p>
        </p:txBody>
      </p:sp>
      <p:sp>
        <p:nvSpPr>
          <p:cNvPr id="8197" name="文本框 4"/>
          <p:cNvSpPr txBox="1"/>
          <p:nvPr/>
        </p:nvSpPr>
        <p:spPr>
          <a:xfrm>
            <a:off x="268097" y="90785"/>
            <a:ext cx="1117600" cy="922020"/>
          </a:xfrm>
          <a:prstGeom prst="rect">
            <a:avLst/>
          </a:prstGeom>
          <a:noFill/>
          <a:ln w="9525">
            <a:noFill/>
          </a:ln>
        </p:spPr>
        <p:txBody>
          <a:bodyPr anchor="t">
            <a:spAutoFit/>
          </a:bodyPr>
          <a:lstStyle/>
          <a:p>
            <a:pPr>
              <a:buFont typeface="Arial" panose="020B0604020202020204" pitchFamily="34" charset="0"/>
            </a:pPr>
            <a:r>
              <a:rPr lang="en-US" altLang="zh-CN" sz="5400" dirty="0">
                <a:latin typeface="Arial" panose="020B0604020202020204" pitchFamily="34" charset="0"/>
                <a:ea typeface="Arial" panose="020B0604020202020204" pitchFamily="34" charset="0"/>
              </a:rPr>
              <a:t>14</a:t>
            </a:r>
          </a:p>
        </p:txBody>
      </p:sp>
      <p:pic>
        <p:nvPicPr>
          <p:cNvPr id="3" name="Picture 2">
            <a:extLst>
              <a:ext uri="{FF2B5EF4-FFF2-40B4-BE49-F238E27FC236}">
                <a16:creationId xmlns:a16="http://schemas.microsoft.com/office/drawing/2014/main" id="{B123F2FB-FFD5-A379-3259-BD1B3FFD64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4750" y="1174544"/>
            <a:ext cx="9896373" cy="4972705"/>
          </a:xfrm>
          <a:prstGeom prst="rect">
            <a:avLst/>
          </a:prstGeom>
          <a:ln w="19050">
            <a:solidFill>
              <a:srgbClr val="00B0F0"/>
            </a:solidFill>
          </a:ln>
        </p:spPr>
      </p:pic>
    </p:spTree>
    <p:extLst>
      <p:ext uri="{BB962C8B-B14F-4D97-AF65-F5344CB8AC3E}">
        <p14:creationId xmlns:p14="http://schemas.microsoft.com/office/powerpoint/2010/main" val="367881891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195"/>
                                        </p:tgtEl>
                                        <p:attrNameLst>
                                          <p:attrName>style.visibility</p:attrName>
                                        </p:attrNameLst>
                                      </p:cBhvr>
                                      <p:to>
                                        <p:strVal val="visible"/>
                                      </p:to>
                                    </p:set>
                                    <p:animEffect transition="in" filter="wipe(left)">
                                      <p:cBhvr>
                                        <p:cTn id="7" dur="500"/>
                                        <p:tgtEl>
                                          <p:spTgt spid="8195"/>
                                        </p:tgtEl>
                                      </p:cBhvr>
                                    </p:animEffect>
                                  </p:childTnLst>
                                </p:cTn>
                              </p:par>
                            </p:childTnLst>
                          </p:cTn>
                        </p:par>
                        <p:par>
                          <p:cTn id="8" fill="hold">
                            <p:stCondLst>
                              <p:cond delay="500"/>
                            </p:stCondLst>
                            <p:childTnLst>
                              <p:par>
                                <p:cTn id="9" presetID="49" presetClass="entr" presetSubtype="0" decel="100000" fill="hold" grpId="0" nodeType="afterEffect">
                                  <p:stCondLst>
                                    <p:cond delay="250"/>
                                  </p:stCondLst>
                                  <p:childTnLst>
                                    <p:set>
                                      <p:cBhvr>
                                        <p:cTn id="10" dur="1" fill="hold">
                                          <p:stCondLst>
                                            <p:cond delay="0"/>
                                          </p:stCondLst>
                                        </p:cTn>
                                        <p:tgtEl>
                                          <p:spTgt spid="8197"/>
                                        </p:tgtEl>
                                        <p:attrNameLst>
                                          <p:attrName>style.visibility</p:attrName>
                                        </p:attrNameLst>
                                      </p:cBhvr>
                                      <p:to>
                                        <p:strVal val="visible"/>
                                      </p:to>
                                    </p:set>
                                    <p:anim calcmode="lin" valueType="num">
                                      <p:cBhvr>
                                        <p:cTn id="11" dur="500" fill="hold"/>
                                        <p:tgtEl>
                                          <p:spTgt spid="8197"/>
                                        </p:tgtEl>
                                        <p:attrNameLst>
                                          <p:attrName>ppt_w</p:attrName>
                                        </p:attrNameLst>
                                      </p:cBhvr>
                                      <p:tavLst>
                                        <p:tav tm="0">
                                          <p:val>
                                            <p:fltVal val="0"/>
                                          </p:val>
                                        </p:tav>
                                        <p:tav tm="100000">
                                          <p:val>
                                            <p:strVal val="#ppt_w"/>
                                          </p:val>
                                        </p:tav>
                                      </p:tavLst>
                                    </p:anim>
                                    <p:anim calcmode="lin" valueType="num">
                                      <p:cBhvr>
                                        <p:cTn id="12" dur="500" fill="hold"/>
                                        <p:tgtEl>
                                          <p:spTgt spid="8197"/>
                                        </p:tgtEl>
                                        <p:attrNameLst>
                                          <p:attrName>ppt_h</p:attrName>
                                        </p:attrNameLst>
                                      </p:cBhvr>
                                      <p:tavLst>
                                        <p:tav tm="0">
                                          <p:val>
                                            <p:fltVal val="0"/>
                                          </p:val>
                                        </p:tav>
                                        <p:tav tm="100000">
                                          <p:val>
                                            <p:strVal val="#ppt_h"/>
                                          </p:val>
                                        </p:tav>
                                      </p:tavLst>
                                    </p:anim>
                                    <p:anim calcmode="lin" valueType="num">
                                      <p:cBhvr>
                                        <p:cTn id="13" dur="500" fill="hold"/>
                                        <p:tgtEl>
                                          <p:spTgt spid="8197"/>
                                        </p:tgtEl>
                                        <p:attrNameLst>
                                          <p:attrName>style.rotation</p:attrName>
                                        </p:attrNameLst>
                                      </p:cBhvr>
                                      <p:tavLst>
                                        <p:tav tm="0">
                                          <p:val>
                                            <p:fltVal val="360"/>
                                          </p:val>
                                        </p:tav>
                                        <p:tav tm="100000">
                                          <p:val>
                                            <p:fltVal val="0"/>
                                          </p:val>
                                        </p:tav>
                                      </p:tavLst>
                                    </p:anim>
                                    <p:animEffect transition="in" filter="fade">
                                      <p:cBhvr>
                                        <p:cTn id="14" dur="500"/>
                                        <p:tgtEl>
                                          <p:spTgt spid="8197"/>
                                        </p:tgtEl>
                                      </p:cBhvr>
                                    </p:animEffect>
                                  </p:childTnLst>
                                </p:cTn>
                              </p:par>
                            </p:childTnLst>
                          </p:cTn>
                        </p:par>
                        <p:par>
                          <p:cTn id="15" fill="hold">
                            <p:stCondLst>
                              <p:cond delay="1250"/>
                            </p:stCondLst>
                            <p:childTnLst>
                              <p:par>
                                <p:cTn id="16" presetID="22" presetClass="entr" presetSubtype="8" fill="hold" grpId="0" nodeType="afterEffect">
                                  <p:stCondLst>
                                    <p:cond delay="750"/>
                                  </p:stCondLst>
                                  <p:childTnLst>
                                    <p:set>
                                      <p:cBhvr>
                                        <p:cTn id="17" dur="1" fill="hold">
                                          <p:stCondLst>
                                            <p:cond delay="0"/>
                                          </p:stCondLst>
                                        </p:cTn>
                                        <p:tgtEl>
                                          <p:spTgt spid="8196"/>
                                        </p:tgtEl>
                                        <p:attrNameLst>
                                          <p:attrName>style.visibility</p:attrName>
                                        </p:attrNameLst>
                                      </p:cBhvr>
                                      <p:to>
                                        <p:strVal val="visible"/>
                                      </p:to>
                                    </p:set>
                                    <p:animEffect transition="in" filter="wipe(left)">
                                      <p:cBhvr>
                                        <p:cTn id="18" dur="500"/>
                                        <p:tgtEl>
                                          <p:spTgt spid="8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p:bldP spid="819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任意多边形 2"/>
          <p:cNvSpPr/>
          <p:nvPr/>
        </p:nvSpPr>
        <p:spPr>
          <a:xfrm>
            <a:off x="0" y="406400"/>
            <a:ext cx="4251960"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50000"/>
              <a:lumOff val="50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8196" name="文本框 3"/>
          <p:cNvSpPr txBox="1"/>
          <p:nvPr/>
        </p:nvSpPr>
        <p:spPr>
          <a:xfrm>
            <a:off x="1174750" y="344805"/>
            <a:ext cx="3076575" cy="460375"/>
          </a:xfrm>
          <a:prstGeom prst="rect">
            <a:avLst/>
          </a:prstGeom>
          <a:noFill/>
          <a:ln w="9525">
            <a:noFill/>
          </a:ln>
        </p:spPr>
        <p:txBody>
          <a:bodyPr wrap="square" anchor="t">
            <a:spAutoFit/>
          </a:bodyPr>
          <a:lstStyle/>
          <a:p>
            <a:pPr>
              <a:buFont typeface="Arial" panose="020B0604020202020204" pitchFamily="34" charset="0"/>
            </a:pPr>
            <a:r>
              <a:rPr lang="en-US" altLang="zh-CN" sz="2400" dirty="0">
                <a:latin typeface="Arial" panose="020B0604020202020204" pitchFamily="34" charset="0"/>
                <a:ea typeface="Arial" panose="020B0604020202020204" pitchFamily="34" charset="0"/>
              </a:rPr>
              <a:t>PROFILE PAGE</a:t>
            </a:r>
          </a:p>
        </p:txBody>
      </p:sp>
      <p:sp>
        <p:nvSpPr>
          <p:cNvPr id="8197" name="文本框 4"/>
          <p:cNvSpPr txBox="1"/>
          <p:nvPr/>
        </p:nvSpPr>
        <p:spPr>
          <a:xfrm>
            <a:off x="246063" y="115888"/>
            <a:ext cx="1117600" cy="922020"/>
          </a:xfrm>
          <a:prstGeom prst="rect">
            <a:avLst/>
          </a:prstGeom>
          <a:noFill/>
          <a:ln w="9525">
            <a:noFill/>
          </a:ln>
        </p:spPr>
        <p:txBody>
          <a:bodyPr anchor="t">
            <a:spAutoFit/>
          </a:bodyPr>
          <a:lstStyle/>
          <a:p>
            <a:pPr>
              <a:buFont typeface="Arial" panose="020B0604020202020204" pitchFamily="34" charset="0"/>
            </a:pPr>
            <a:r>
              <a:rPr lang="en-US" altLang="zh-CN" sz="5400" dirty="0">
                <a:latin typeface="Arial" panose="020B0604020202020204" pitchFamily="34" charset="0"/>
                <a:ea typeface="Arial" panose="020B0604020202020204" pitchFamily="34" charset="0"/>
              </a:rPr>
              <a:t>15</a:t>
            </a:r>
          </a:p>
        </p:txBody>
      </p:sp>
      <p:pic>
        <p:nvPicPr>
          <p:cNvPr id="4" name="Picture 3">
            <a:extLst>
              <a:ext uri="{FF2B5EF4-FFF2-40B4-BE49-F238E27FC236}">
                <a16:creationId xmlns:a16="http://schemas.microsoft.com/office/drawing/2014/main" id="{03DA1578-1272-4600-3F6B-50FC837838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4750" y="1266825"/>
            <a:ext cx="9943539" cy="4911895"/>
          </a:xfrm>
          <a:prstGeom prst="rect">
            <a:avLst/>
          </a:prstGeom>
          <a:ln w="19050">
            <a:solidFill>
              <a:srgbClr val="00B0F0"/>
            </a:solidFill>
          </a:ln>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195"/>
                                        </p:tgtEl>
                                        <p:attrNameLst>
                                          <p:attrName>style.visibility</p:attrName>
                                        </p:attrNameLst>
                                      </p:cBhvr>
                                      <p:to>
                                        <p:strVal val="visible"/>
                                      </p:to>
                                    </p:set>
                                    <p:animEffect transition="in" filter="wipe(left)">
                                      <p:cBhvr>
                                        <p:cTn id="7" dur="500"/>
                                        <p:tgtEl>
                                          <p:spTgt spid="8195"/>
                                        </p:tgtEl>
                                      </p:cBhvr>
                                    </p:animEffect>
                                  </p:childTnLst>
                                </p:cTn>
                              </p:par>
                            </p:childTnLst>
                          </p:cTn>
                        </p:par>
                        <p:par>
                          <p:cTn id="8" fill="hold">
                            <p:stCondLst>
                              <p:cond delay="500"/>
                            </p:stCondLst>
                            <p:childTnLst>
                              <p:par>
                                <p:cTn id="9" presetID="49" presetClass="entr" presetSubtype="0" decel="100000" fill="hold" grpId="0" nodeType="afterEffect">
                                  <p:stCondLst>
                                    <p:cond delay="250"/>
                                  </p:stCondLst>
                                  <p:childTnLst>
                                    <p:set>
                                      <p:cBhvr>
                                        <p:cTn id="10" dur="1" fill="hold">
                                          <p:stCondLst>
                                            <p:cond delay="0"/>
                                          </p:stCondLst>
                                        </p:cTn>
                                        <p:tgtEl>
                                          <p:spTgt spid="8197"/>
                                        </p:tgtEl>
                                        <p:attrNameLst>
                                          <p:attrName>style.visibility</p:attrName>
                                        </p:attrNameLst>
                                      </p:cBhvr>
                                      <p:to>
                                        <p:strVal val="visible"/>
                                      </p:to>
                                    </p:set>
                                    <p:anim calcmode="lin" valueType="num">
                                      <p:cBhvr>
                                        <p:cTn id="11" dur="500" fill="hold"/>
                                        <p:tgtEl>
                                          <p:spTgt spid="8197"/>
                                        </p:tgtEl>
                                        <p:attrNameLst>
                                          <p:attrName>ppt_w</p:attrName>
                                        </p:attrNameLst>
                                      </p:cBhvr>
                                      <p:tavLst>
                                        <p:tav tm="0">
                                          <p:val>
                                            <p:fltVal val="0"/>
                                          </p:val>
                                        </p:tav>
                                        <p:tav tm="100000">
                                          <p:val>
                                            <p:strVal val="#ppt_w"/>
                                          </p:val>
                                        </p:tav>
                                      </p:tavLst>
                                    </p:anim>
                                    <p:anim calcmode="lin" valueType="num">
                                      <p:cBhvr>
                                        <p:cTn id="12" dur="500" fill="hold"/>
                                        <p:tgtEl>
                                          <p:spTgt spid="8197"/>
                                        </p:tgtEl>
                                        <p:attrNameLst>
                                          <p:attrName>ppt_h</p:attrName>
                                        </p:attrNameLst>
                                      </p:cBhvr>
                                      <p:tavLst>
                                        <p:tav tm="0">
                                          <p:val>
                                            <p:fltVal val="0"/>
                                          </p:val>
                                        </p:tav>
                                        <p:tav tm="100000">
                                          <p:val>
                                            <p:strVal val="#ppt_h"/>
                                          </p:val>
                                        </p:tav>
                                      </p:tavLst>
                                    </p:anim>
                                    <p:anim calcmode="lin" valueType="num">
                                      <p:cBhvr>
                                        <p:cTn id="13" dur="500" fill="hold"/>
                                        <p:tgtEl>
                                          <p:spTgt spid="8197"/>
                                        </p:tgtEl>
                                        <p:attrNameLst>
                                          <p:attrName>style.rotation</p:attrName>
                                        </p:attrNameLst>
                                      </p:cBhvr>
                                      <p:tavLst>
                                        <p:tav tm="0">
                                          <p:val>
                                            <p:fltVal val="360"/>
                                          </p:val>
                                        </p:tav>
                                        <p:tav tm="100000">
                                          <p:val>
                                            <p:fltVal val="0"/>
                                          </p:val>
                                        </p:tav>
                                      </p:tavLst>
                                    </p:anim>
                                    <p:animEffect transition="in" filter="fade">
                                      <p:cBhvr>
                                        <p:cTn id="14" dur="500"/>
                                        <p:tgtEl>
                                          <p:spTgt spid="8197"/>
                                        </p:tgtEl>
                                      </p:cBhvr>
                                    </p:animEffect>
                                  </p:childTnLst>
                                </p:cTn>
                              </p:par>
                            </p:childTnLst>
                          </p:cTn>
                        </p:par>
                        <p:par>
                          <p:cTn id="15" fill="hold">
                            <p:stCondLst>
                              <p:cond delay="1250"/>
                            </p:stCondLst>
                            <p:childTnLst>
                              <p:par>
                                <p:cTn id="16" presetID="22" presetClass="entr" presetSubtype="8" fill="hold" grpId="0" nodeType="afterEffect">
                                  <p:stCondLst>
                                    <p:cond delay="750"/>
                                  </p:stCondLst>
                                  <p:childTnLst>
                                    <p:set>
                                      <p:cBhvr>
                                        <p:cTn id="17" dur="1" fill="hold">
                                          <p:stCondLst>
                                            <p:cond delay="0"/>
                                          </p:stCondLst>
                                        </p:cTn>
                                        <p:tgtEl>
                                          <p:spTgt spid="8196"/>
                                        </p:tgtEl>
                                        <p:attrNameLst>
                                          <p:attrName>style.visibility</p:attrName>
                                        </p:attrNameLst>
                                      </p:cBhvr>
                                      <p:to>
                                        <p:strVal val="visible"/>
                                      </p:to>
                                    </p:set>
                                    <p:animEffect transition="in" filter="wipe(left)">
                                      <p:cBhvr>
                                        <p:cTn id="18" dur="500"/>
                                        <p:tgtEl>
                                          <p:spTgt spid="8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p:bldP spid="819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2">
            <a:extLst>
              <a:ext uri="{FF2B5EF4-FFF2-40B4-BE49-F238E27FC236}">
                <a16:creationId xmlns:a16="http://schemas.microsoft.com/office/drawing/2014/main" id="{48877AA8-1744-D518-A415-731029B7E347}"/>
              </a:ext>
            </a:extLst>
          </p:cNvPr>
          <p:cNvSpPr/>
          <p:nvPr/>
        </p:nvSpPr>
        <p:spPr>
          <a:xfrm>
            <a:off x="0" y="344805"/>
            <a:ext cx="4251960"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65000"/>
              <a:lumOff val="35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4" name="TextBox 3">
            <a:extLst>
              <a:ext uri="{FF2B5EF4-FFF2-40B4-BE49-F238E27FC236}">
                <a16:creationId xmlns:a16="http://schemas.microsoft.com/office/drawing/2014/main" id="{DA73925C-7EEE-7703-9138-9065262BD8AD}"/>
              </a:ext>
            </a:extLst>
          </p:cNvPr>
          <p:cNvSpPr txBox="1"/>
          <p:nvPr/>
        </p:nvSpPr>
        <p:spPr>
          <a:xfrm>
            <a:off x="88490" y="100756"/>
            <a:ext cx="953729" cy="830997"/>
          </a:xfrm>
          <a:prstGeom prst="rect">
            <a:avLst/>
          </a:prstGeom>
          <a:noFill/>
        </p:spPr>
        <p:txBody>
          <a:bodyPr wrap="square">
            <a:spAutoFit/>
          </a:bodyPr>
          <a:lstStyle/>
          <a:p>
            <a:pPr>
              <a:buFont typeface="Arial" panose="020B0604020202020204" pitchFamily="34" charset="0"/>
            </a:pPr>
            <a:r>
              <a:rPr lang="en-US" altLang="zh-CN" sz="4800" dirty="0">
                <a:latin typeface="Arial" panose="020B0604020202020204" pitchFamily="34" charset="0"/>
                <a:ea typeface="Arial" panose="020B0604020202020204" pitchFamily="34" charset="0"/>
              </a:rPr>
              <a:t>16</a:t>
            </a:r>
          </a:p>
        </p:txBody>
      </p:sp>
      <p:sp>
        <p:nvSpPr>
          <p:cNvPr id="6" name="TextBox 5">
            <a:extLst>
              <a:ext uri="{FF2B5EF4-FFF2-40B4-BE49-F238E27FC236}">
                <a16:creationId xmlns:a16="http://schemas.microsoft.com/office/drawing/2014/main" id="{E94F8797-14FC-37DE-C1AE-D6F8E136707C}"/>
              </a:ext>
            </a:extLst>
          </p:cNvPr>
          <p:cNvSpPr txBox="1"/>
          <p:nvPr/>
        </p:nvSpPr>
        <p:spPr>
          <a:xfrm>
            <a:off x="1042219" y="344805"/>
            <a:ext cx="2659448" cy="369332"/>
          </a:xfrm>
          <a:prstGeom prst="rect">
            <a:avLst/>
          </a:prstGeom>
          <a:noFill/>
        </p:spPr>
        <p:txBody>
          <a:bodyPr wrap="square">
            <a:spAutoFit/>
          </a:bodyPr>
          <a:lstStyle/>
          <a:p>
            <a:pPr>
              <a:buFont typeface="Arial" panose="020B0604020202020204" pitchFamily="34" charset="0"/>
            </a:pPr>
            <a:r>
              <a:rPr lang="en-US" altLang="zh-CN" dirty="0">
                <a:latin typeface="Arial" panose="020B0604020202020204" pitchFamily="34" charset="0"/>
                <a:ea typeface="Arial" panose="020B0604020202020204" pitchFamily="34" charset="0"/>
              </a:rPr>
              <a:t>EDIT PROFILE</a:t>
            </a:r>
            <a:endParaRPr lang="en-US" altLang="zh-CN" sz="1800" dirty="0">
              <a:latin typeface="Arial" panose="020B0604020202020204" pitchFamily="34" charset="0"/>
              <a:ea typeface="Arial" panose="020B0604020202020204" pitchFamily="34" charset="0"/>
            </a:endParaRPr>
          </a:p>
        </p:txBody>
      </p:sp>
      <p:pic>
        <p:nvPicPr>
          <p:cNvPr id="5" name="Picture 4">
            <a:extLst>
              <a:ext uri="{FF2B5EF4-FFF2-40B4-BE49-F238E27FC236}">
                <a16:creationId xmlns:a16="http://schemas.microsoft.com/office/drawing/2014/main" id="{88340AB6-B9C1-6089-2015-8F99F803EB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0542" y="1136680"/>
            <a:ext cx="10058400" cy="5041049"/>
          </a:xfrm>
          <a:prstGeom prst="rect">
            <a:avLst/>
          </a:prstGeom>
          <a:ln w="19050">
            <a:solidFill>
              <a:srgbClr val="00B0F0"/>
            </a:solidFill>
          </a:ln>
        </p:spPr>
      </p:pic>
    </p:spTree>
    <p:extLst>
      <p:ext uri="{BB962C8B-B14F-4D97-AF65-F5344CB8AC3E}">
        <p14:creationId xmlns:p14="http://schemas.microsoft.com/office/powerpoint/2010/main" val="3135130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任意多边形 2"/>
          <p:cNvSpPr/>
          <p:nvPr/>
        </p:nvSpPr>
        <p:spPr>
          <a:xfrm>
            <a:off x="0" y="406400"/>
            <a:ext cx="3624550"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65000"/>
              <a:lumOff val="35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8197" name="文本框 4"/>
          <p:cNvSpPr txBox="1"/>
          <p:nvPr/>
        </p:nvSpPr>
        <p:spPr>
          <a:xfrm>
            <a:off x="0" y="115888"/>
            <a:ext cx="1363663" cy="922020"/>
          </a:xfrm>
          <a:prstGeom prst="rect">
            <a:avLst/>
          </a:prstGeom>
          <a:noFill/>
          <a:ln w="9525">
            <a:noFill/>
          </a:ln>
        </p:spPr>
        <p:txBody>
          <a:bodyPr wrap="square" anchor="t">
            <a:spAutoFit/>
          </a:bodyPr>
          <a:lstStyle/>
          <a:p>
            <a:pPr>
              <a:buFont typeface="Arial" panose="020B0604020202020204" pitchFamily="34" charset="0"/>
            </a:pPr>
            <a:r>
              <a:rPr lang="en-US" altLang="zh-CN" sz="5400" dirty="0">
                <a:latin typeface="Arial" panose="020B0604020202020204" pitchFamily="34" charset="0"/>
                <a:ea typeface="Arial" panose="020B0604020202020204" pitchFamily="34" charset="0"/>
              </a:rPr>
              <a:t>17</a:t>
            </a:r>
          </a:p>
        </p:txBody>
      </p:sp>
      <p:sp>
        <p:nvSpPr>
          <p:cNvPr id="6" name="TextBox 5">
            <a:extLst>
              <a:ext uri="{FF2B5EF4-FFF2-40B4-BE49-F238E27FC236}">
                <a16:creationId xmlns:a16="http://schemas.microsoft.com/office/drawing/2014/main" id="{E94F8797-14FC-37DE-C1AE-D6F8E136707C}"/>
              </a:ext>
            </a:extLst>
          </p:cNvPr>
          <p:cNvSpPr txBox="1"/>
          <p:nvPr/>
        </p:nvSpPr>
        <p:spPr>
          <a:xfrm>
            <a:off x="953729" y="392232"/>
            <a:ext cx="2670822" cy="369332"/>
          </a:xfrm>
          <a:prstGeom prst="rect">
            <a:avLst/>
          </a:prstGeom>
          <a:noFill/>
        </p:spPr>
        <p:txBody>
          <a:bodyPr wrap="square">
            <a:spAutoFit/>
          </a:bodyPr>
          <a:lstStyle/>
          <a:p>
            <a:pPr>
              <a:buFont typeface="Arial" panose="020B0604020202020204" pitchFamily="34" charset="0"/>
            </a:pPr>
            <a:r>
              <a:rPr lang="en-US" altLang="zh-CN" dirty="0">
                <a:latin typeface="Arial" panose="020B0604020202020204" pitchFamily="34" charset="0"/>
                <a:ea typeface="Arial" panose="020B0604020202020204" pitchFamily="34" charset="0"/>
              </a:rPr>
              <a:t>FORGET PASSWORD</a:t>
            </a:r>
            <a:endParaRPr lang="en-US" altLang="zh-CN" sz="1800" dirty="0">
              <a:latin typeface="Arial" panose="020B0604020202020204" pitchFamily="34" charset="0"/>
              <a:ea typeface="Arial" panose="020B0604020202020204" pitchFamily="34" charset="0"/>
            </a:endParaRPr>
          </a:p>
        </p:txBody>
      </p:sp>
      <p:pic>
        <p:nvPicPr>
          <p:cNvPr id="3" name="Picture 2">
            <a:extLst>
              <a:ext uri="{FF2B5EF4-FFF2-40B4-BE49-F238E27FC236}">
                <a16:creationId xmlns:a16="http://schemas.microsoft.com/office/drawing/2014/main" id="{41D34E3E-0943-05E8-14CE-DD5E7E10D5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3663" y="1121857"/>
            <a:ext cx="9363331" cy="5065092"/>
          </a:xfrm>
          <a:prstGeom prst="rect">
            <a:avLst/>
          </a:prstGeom>
          <a:ln w="19050">
            <a:solidFill>
              <a:srgbClr val="00B0F0"/>
            </a:solidFill>
          </a:ln>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195"/>
                                        </p:tgtEl>
                                        <p:attrNameLst>
                                          <p:attrName>style.visibility</p:attrName>
                                        </p:attrNameLst>
                                      </p:cBhvr>
                                      <p:to>
                                        <p:strVal val="visible"/>
                                      </p:to>
                                    </p:set>
                                    <p:animEffect transition="in" filter="wipe(left)">
                                      <p:cBhvr>
                                        <p:cTn id="7" dur="500"/>
                                        <p:tgtEl>
                                          <p:spTgt spid="8195"/>
                                        </p:tgtEl>
                                      </p:cBhvr>
                                    </p:animEffect>
                                  </p:childTnLst>
                                </p:cTn>
                              </p:par>
                            </p:childTnLst>
                          </p:cTn>
                        </p:par>
                        <p:par>
                          <p:cTn id="8" fill="hold">
                            <p:stCondLst>
                              <p:cond delay="500"/>
                            </p:stCondLst>
                            <p:childTnLst>
                              <p:par>
                                <p:cTn id="9" presetID="49" presetClass="entr" presetSubtype="0" decel="100000" fill="hold" grpId="0" nodeType="afterEffect">
                                  <p:stCondLst>
                                    <p:cond delay="250"/>
                                  </p:stCondLst>
                                  <p:childTnLst>
                                    <p:set>
                                      <p:cBhvr>
                                        <p:cTn id="10" dur="1" fill="hold">
                                          <p:stCondLst>
                                            <p:cond delay="0"/>
                                          </p:stCondLst>
                                        </p:cTn>
                                        <p:tgtEl>
                                          <p:spTgt spid="8197"/>
                                        </p:tgtEl>
                                        <p:attrNameLst>
                                          <p:attrName>style.visibility</p:attrName>
                                        </p:attrNameLst>
                                      </p:cBhvr>
                                      <p:to>
                                        <p:strVal val="visible"/>
                                      </p:to>
                                    </p:set>
                                    <p:anim calcmode="lin" valueType="num">
                                      <p:cBhvr>
                                        <p:cTn id="11" dur="500" fill="hold"/>
                                        <p:tgtEl>
                                          <p:spTgt spid="8197"/>
                                        </p:tgtEl>
                                        <p:attrNameLst>
                                          <p:attrName>ppt_w</p:attrName>
                                        </p:attrNameLst>
                                      </p:cBhvr>
                                      <p:tavLst>
                                        <p:tav tm="0">
                                          <p:val>
                                            <p:fltVal val="0"/>
                                          </p:val>
                                        </p:tav>
                                        <p:tav tm="100000">
                                          <p:val>
                                            <p:strVal val="#ppt_w"/>
                                          </p:val>
                                        </p:tav>
                                      </p:tavLst>
                                    </p:anim>
                                    <p:anim calcmode="lin" valueType="num">
                                      <p:cBhvr>
                                        <p:cTn id="12" dur="500" fill="hold"/>
                                        <p:tgtEl>
                                          <p:spTgt spid="8197"/>
                                        </p:tgtEl>
                                        <p:attrNameLst>
                                          <p:attrName>ppt_h</p:attrName>
                                        </p:attrNameLst>
                                      </p:cBhvr>
                                      <p:tavLst>
                                        <p:tav tm="0">
                                          <p:val>
                                            <p:fltVal val="0"/>
                                          </p:val>
                                        </p:tav>
                                        <p:tav tm="100000">
                                          <p:val>
                                            <p:strVal val="#ppt_h"/>
                                          </p:val>
                                        </p:tav>
                                      </p:tavLst>
                                    </p:anim>
                                    <p:anim calcmode="lin" valueType="num">
                                      <p:cBhvr>
                                        <p:cTn id="13" dur="500" fill="hold"/>
                                        <p:tgtEl>
                                          <p:spTgt spid="8197"/>
                                        </p:tgtEl>
                                        <p:attrNameLst>
                                          <p:attrName>style.rotation</p:attrName>
                                        </p:attrNameLst>
                                      </p:cBhvr>
                                      <p:tavLst>
                                        <p:tav tm="0">
                                          <p:val>
                                            <p:fltVal val="360"/>
                                          </p:val>
                                        </p:tav>
                                        <p:tav tm="100000">
                                          <p:val>
                                            <p:fltVal val="0"/>
                                          </p:val>
                                        </p:tav>
                                      </p:tavLst>
                                    </p:anim>
                                    <p:animEffect transition="in" filter="fade">
                                      <p:cBhvr>
                                        <p:cTn id="14" dur="500"/>
                                        <p:tgtEl>
                                          <p:spTgt spid="8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2">
            <a:extLst>
              <a:ext uri="{FF2B5EF4-FFF2-40B4-BE49-F238E27FC236}">
                <a16:creationId xmlns:a16="http://schemas.microsoft.com/office/drawing/2014/main" id="{48877AA8-1744-D518-A415-731029B7E347}"/>
              </a:ext>
            </a:extLst>
          </p:cNvPr>
          <p:cNvSpPr/>
          <p:nvPr/>
        </p:nvSpPr>
        <p:spPr>
          <a:xfrm>
            <a:off x="0" y="344805"/>
            <a:ext cx="4251960"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65000"/>
              <a:lumOff val="35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4" name="TextBox 3">
            <a:extLst>
              <a:ext uri="{FF2B5EF4-FFF2-40B4-BE49-F238E27FC236}">
                <a16:creationId xmlns:a16="http://schemas.microsoft.com/office/drawing/2014/main" id="{DA73925C-7EEE-7703-9138-9065262BD8AD}"/>
              </a:ext>
            </a:extLst>
          </p:cNvPr>
          <p:cNvSpPr txBox="1"/>
          <p:nvPr/>
        </p:nvSpPr>
        <p:spPr>
          <a:xfrm>
            <a:off x="88490" y="100756"/>
            <a:ext cx="953729" cy="830997"/>
          </a:xfrm>
          <a:prstGeom prst="rect">
            <a:avLst/>
          </a:prstGeom>
          <a:noFill/>
        </p:spPr>
        <p:txBody>
          <a:bodyPr wrap="square">
            <a:spAutoFit/>
          </a:bodyPr>
          <a:lstStyle/>
          <a:p>
            <a:pPr>
              <a:buFont typeface="Arial" panose="020B0604020202020204" pitchFamily="34" charset="0"/>
            </a:pPr>
            <a:r>
              <a:rPr lang="en-US" altLang="zh-CN" sz="4800" dirty="0">
                <a:latin typeface="Arial" panose="020B0604020202020204" pitchFamily="34" charset="0"/>
                <a:ea typeface="Arial" panose="020B0604020202020204" pitchFamily="34" charset="0"/>
              </a:rPr>
              <a:t>18</a:t>
            </a:r>
          </a:p>
        </p:txBody>
      </p:sp>
      <p:sp>
        <p:nvSpPr>
          <p:cNvPr id="6" name="TextBox 5">
            <a:extLst>
              <a:ext uri="{FF2B5EF4-FFF2-40B4-BE49-F238E27FC236}">
                <a16:creationId xmlns:a16="http://schemas.microsoft.com/office/drawing/2014/main" id="{E94F8797-14FC-37DE-C1AE-D6F8E136707C}"/>
              </a:ext>
            </a:extLst>
          </p:cNvPr>
          <p:cNvSpPr txBox="1"/>
          <p:nvPr/>
        </p:nvSpPr>
        <p:spPr>
          <a:xfrm>
            <a:off x="1042219" y="344805"/>
            <a:ext cx="2871020" cy="369332"/>
          </a:xfrm>
          <a:prstGeom prst="rect">
            <a:avLst/>
          </a:prstGeom>
          <a:noFill/>
        </p:spPr>
        <p:txBody>
          <a:bodyPr wrap="square">
            <a:spAutoFit/>
          </a:bodyPr>
          <a:lstStyle/>
          <a:p>
            <a:pPr>
              <a:buFont typeface="Arial" panose="020B0604020202020204" pitchFamily="34" charset="0"/>
            </a:pPr>
            <a:r>
              <a:rPr lang="en-US" altLang="zh-CN" sz="1800" dirty="0">
                <a:latin typeface="Arial" panose="020B0604020202020204" pitchFamily="34" charset="0"/>
                <a:ea typeface="Arial" panose="020B0604020202020204" pitchFamily="34" charset="0"/>
              </a:rPr>
              <a:t>CHANGING PASSWORD </a:t>
            </a:r>
          </a:p>
        </p:txBody>
      </p:sp>
      <p:pic>
        <p:nvPicPr>
          <p:cNvPr id="5" name="Picture 4">
            <a:extLst>
              <a:ext uri="{FF2B5EF4-FFF2-40B4-BE49-F238E27FC236}">
                <a16:creationId xmlns:a16="http://schemas.microsoft.com/office/drawing/2014/main" id="{75567198-893F-5B68-F9B3-49A98B0CE5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2219" y="1175802"/>
            <a:ext cx="9920750" cy="4822292"/>
          </a:xfrm>
          <a:prstGeom prst="rect">
            <a:avLst/>
          </a:prstGeom>
          <a:ln w="19050">
            <a:solidFill>
              <a:srgbClr val="00B0F0"/>
            </a:solidFill>
          </a:ln>
        </p:spPr>
      </p:pic>
    </p:spTree>
    <p:extLst>
      <p:ext uri="{BB962C8B-B14F-4D97-AF65-F5344CB8AC3E}">
        <p14:creationId xmlns:p14="http://schemas.microsoft.com/office/powerpoint/2010/main" val="667808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2">
            <a:extLst>
              <a:ext uri="{FF2B5EF4-FFF2-40B4-BE49-F238E27FC236}">
                <a16:creationId xmlns:a16="http://schemas.microsoft.com/office/drawing/2014/main" id="{48877AA8-1744-D518-A415-731029B7E347}"/>
              </a:ext>
            </a:extLst>
          </p:cNvPr>
          <p:cNvSpPr/>
          <p:nvPr/>
        </p:nvSpPr>
        <p:spPr>
          <a:xfrm>
            <a:off x="0" y="344805"/>
            <a:ext cx="4251960"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65000"/>
              <a:lumOff val="35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4" name="TextBox 3">
            <a:extLst>
              <a:ext uri="{FF2B5EF4-FFF2-40B4-BE49-F238E27FC236}">
                <a16:creationId xmlns:a16="http://schemas.microsoft.com/office/drawing/2014/main" id="{DA73925C-7EEE-7703-9138-9065262BD8AD}"/>
              </a:ext>
            </a:extLst>
          </p:cNvPr>
          <p:cNvSpPr txBox="1"/>
          <p:nvPr/>
        </p:nvSpPr>
        <p:spPr>
          <a:xfrm>
            <a:off x="88490" y="100756"/>
            <a:ext cx="953729" cy="830997"/>
          </a:xfrm>
          <a:prstGeom prst="rect">
            <a:avLst/>
          </a:prstGeom>
          <a:noFill/>
        </p:spPr>
        <p:txBody>
          <a:bodyPr wrap="square">
            <a:spAutoFit/>
          </a:bodyPr>
          <a:lstStyle/>
          <a:p>
            <a:pPr>
              <a:buFont typeface="Arial" panose="020B0604020202020204" pitchFamily="34" charset="0"/>
            </a:pPr>
            <a:r>
              <a:rPr lang="en-US" altLang="zh-CN" sz="4800" dirty="0">
                <a:latin typeface="Arial" panose="020B0604020202020204" pitchFamily="34" charset="0"/>
                <a:ea typeface="Arial" panose="020B0604020202020204" pitchFamily="34" charset="0"/>
              </a:rPr>
              <a:t>19</a:t>
            </a:r>
          </a:p>
        </p:txBody>
      </p:sp>
      <p:sp>
        <p:nvSpPr>
          <p:cNvPr id="6" name="TextBox 5">
            <a:extLst>
              <a:ext uri="{FF2B5EF4-FFF2-40B4-BE49-F238E27FC236}">
                <a16:creationId xmlns:a16="http://schemas.microsoft.com/office/drawing/2014/main" id="{E94F8797-14FC-37DE-C1AE-D6F8E136707C}"/>
              </a:ext>
            </a:extLst>
          </p:cNvPr>
          <p:cNvSpPr txBox="1"/>
          <p:nvPr/>
        </p:nvSpPr>
        <p:spPr>
          <a:xfrm>
            <a:off x="1042218" y="344805"/>
            <a:ext cx="2831691" cy="369332"/>
          </a:xfrm>
          <a:prstGeom prst="rect">
            <a:avLst/>
          </a:prstGeom>
          <a:noFill/>
        </p:spPr>
        <p:txBody>
          <a:bodyPr wrap="square">
            <a:spAutoFit/>
          </a:bodyPr>
          <a:lstStyle/>
          <a:p>
            <a:pPr>
              <a:buFont typeface="Arial" panose="020B0604020202020204" pitchFamily="34" charset="0"/>
            </a:pPr>
            <a:r>
              <a:rPr lang="en-US" altLang="zh-CN" dirty="0">
                <a:latin typeface="Arial" panose="020B0604020202020204" pitchFamily="34" charset="0"/>
                <a:ea typeface="Arial" panose="020B0604020202020204" pitchFamily="34" charset="0"/>
              </a:rPr>
              <a:t>CHATBOX (MESSAGES)</a:t>
            </a:r>
            <a:r>
              <a:rPr lang="en-US" altLang="zh-CN" sz="1800" dirty="0">
                <a:latin typeface="Arial" panose="020B0604020202020204" pitchFamily="34" charset="0"/>
                <a:ea typeface="Arial" panose="020B0604020202020204" pitchFamily="34" charset="0"/>
              </a:rPr>
              <a:t> </a:t>
            </a:r>
          </a:p>
        </p:txBody>
      </p:sp>
      <p:pic>
        <p:nvPicPr>
          <p:cNvPr id="5" name="Picture 4">
            <a:extLst>
              <a:ext uri="{FF2B5EF4-FFF2-40B4-BE49-F238E27FC236}">
                <a16:creationId xmlns:a16="http://schemas.microsoft.com/office/drawing/2014/main" id="{D31BF329-DCFC-D6BA-A87A-2EC7A3C59E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2218" y="1175802"/>
            <a:ext cx="9704440" cy="4941475"/>
          </a:xfrm>
          <a:prstGeom prst="rect">
            <a:avLst/>
          </a:prstGeom>
          <a:ln w="19050">
            <a:solidFill>
              <a:srgbClr val="00B0F0"/>
            </a:solidFill>
          </a:ln>
        </p:spPr>
      </p:pic>
    </p:spTree>
    <p:extLst>
      <p:ext uri="{BB962C8B-B14F-4D97-AF65-F5344CB8AC3E}">
        <p14:creationId xmlns:p14="http://schemas.microsoft.com/office/powerpoint/2010/main" val="3218092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2">
            <a:extLst>
              <a:ext uri="{FF2B5EF4-FFF2-40B4-BE49-F238E27FC236}">
                <a16:creationId xmlns:a16="http://schemas.microsoft.com/office/drawing/2014/main" id="{DD007945-9DA8-7158-8D28-630D3B43471F}"/>
              </a:ext>
            </a:extLst>
          </p:cNvPr>
          <p:cNvSpPr/>
          <p:nvPr/>
        </p:nvSpPr>
        <p:spPr>
          <a:xfrm>
            <a:off x="0" y="344805"/>
            <a:ext cx="4251960"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65000"/>
              <a:lumOff val="35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6" name="TextBox 5">
            <a:extLst>
              <a:ext uri="{FF2B5EF4-FFF2-40B4-BE49-F238E27FC236}">
                <a16:creationId xmlns:a16="http://schemas.microsoft.com/office/drawing/2014/main" id="{BC1557E9-20B6-EC7F-0D38-4AE04FB174C7}"/>
              </a:ext>
            </a:extLst>
          </p:cNvPr>
          <p:cNvSpPr txBox="1"/>
          <p:nvPr/>
        </p:nvSpPr>
        <p:spPr>
          <a:xfrm>
            <a:off x="0" y="131534"/>
            <a:ext cx="1052052" cy="769441"/>
          </a:xfrm>
          <a:prstGeom prst="rect">
            <a:avLst/>
          </a:prstGeom>
          <a:noFill/>
        </p:spPr>
        <p:txBody>
          <a:bodyPr wrap="square">
            <a:spAutoFit/>
          </a:bodyPr>
          <a:lstStyle/>
          <a:p>
            <a:pPr algn="ctr">
              <a:buFont typeface="Arial" panose="020B0604020202020204" pitchFamily="34" charset="0"/>
            </a:pPr>
            <a:r>
              <a:rPr lang="en-US" altLang="zh-CN" sz="4400" dirty="0">
                <a:latin typeface="Arial" panose="020B0604020202020204" pitchFamily="34" charset="0"/>
                <a:ea typeface="Arial" panose="020B0604020202020204" pitchFamily="34" charset="0"/>
              </a:rPr>
              <a:t>20</a:t>
            </a:r>
          </a:p>
        </p:txBody>
      </p:sp>
      <p:sp>
        <p:nvSpPr>
          <p:cNvPr id="8" name="TextBox 7">
            <a:extLst>
              <a:ext uri="{FF2B5EF4-FFF2-40B4-BE49-F238E27FC236}">
                <a16:creationId xmlns:a16="http://schemas.microsoft.com/office/drawing/2014/main" id="{F406BE06-5E4E-B112-0D96-F1477C0D6C58}"/>
              </a:ext>
            </a:extLst>
          </p:cNvPr>
          <p:cNvSpPr txBox="1"/>
          <p:nvPr/>
        </p:nvSpPr>
        <p:spPr>
          <a:xfrm>
            <a:off x="1052052" y="344805"/>
            <a:ext cx="2959509" cy="369332"/>
          </a:xfrm>
          <a:prstGeom prst="rect">
            <a:avLst/>
          </a:prstGeom>
          <a:noFill/>
        </p:spPr>
        <p:txBody>
          <a:bodyPr wrap="square">
            <a:spAutoFit/>
          </a:bodyPr>
          <a:lstStyle/>
          <a:p>
            <a:pPr>
              <a:buFont typeface="Arial" panose="020B0604020202020204" pitchFamily="34" charset="0"/>
            </a:pPr>
            <a:r>
              <a:rPr lang="en-US" altLang="zh-CN" sz="1800" dirty="0">
                <a:latin typeface="Arial" panose="020B0604020202020204" pitchFamily="34" charset="0"/>
                <a:ea typeface="Arial" panose="020B0604020202020204" pitchFamily="34" charset="0"/>
              </a:rPr>
              <a:t>REAL-TIME MESSAGING</a:t>
            </a:r>
          </a:p>
        </p:txBody>
      </p:sp>
      <p:pic>
        <p:nvPicPr>
          <p:cNvPr id="9" name="Picture 8">
            <a:extLst>
              <a:ext uri="{FF2B5EF4-FFF2-40B4-BE49-F238E27FC236}">
                <a16:creationId xmlns:a16="http://schemas.microsoft.com/office/drawing/2014/main" id="{BD599860-235C-B555-0A3E-1C87F7B7B8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4412" y="927408"/>
            <a:ext cx="9383175" cy="5619135"/>
          </a:xfrm>
          <a:prstGeom prst="rect">
            <a:avLst/>
          </a:prstGeom>
          <a:ln w="19050">
            <a:solidFill>
              <a:srgbClr val="00B0F0"/>
            </a:solidFill>
          </a:ln>
        </p:spPr>
      </p:pic>
    </p:spTree>
    <p:extLst>
      <p:ext uri="{BB962C8B-B14F-4D97-AF65-F5344CB8AC3E}">
        <p14:creationId xmlns:p14="http://schemas.microsoft.com/office/powerpoint/2010/main" val="4283267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2">
            <a:extLst>
              <a:ext uri="{FF2B5EF4-FFF2-40B4-BE49-F238E27FC236}">
                <a16:creationId xmlns:a16="http://schemas.microsoft.com/office/drawing/2014/main" id="{DD007945-9DA8-7158-8D28-630D3B43471F}"/>
              </a:ext>
            </a:extLst>
          </p:cNvPr>
          <p:cNvSpPr/>
          <p:nvPr/>
        </p:nvSpPr>
        <p:spPr>
          <a:xfrm>
            <a:off x="0" y="344805"/>
            <a:ext cx="4251960"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65000"/>
              <a:lumOff val="35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6" name="TextBox 5">
            <a:extLst>
              <a:ext uri="{FF2B5EF4-FFF2-40B4-BE49-F238E27FC236}">
                <a16:creationId xmlns:a16="http://schemas.microsoft.com/office/drawing/2014/main" id="{BC1557E9-20B6-EC7F-0D38-4AE04FB174C7}"/>
              </a:ext>
            </a:extLst>
          </p:cNvPr>
          <p:cNvSpPr txBox="1"/>
          <p:nvPr/>
        </p:nvSpPr>
        <p:spPr>
          <a:xfrm>
            <a:off x="0" y="131534"/>
            <a:ext cx="1052052" cy="769441"/>
          </a:xfrm>
          <a:prstGeom prst="rect">
            <a:avLst/>
          </a:prstGeom>
          <a:noFill/>
        </p:spPr>
        <p:txBody>
          <a:bodyPr wrap="square">
            <a:spAutoFit/>
          </a:bodyPr>
          <a:lstStyle/>
          <a:p>
            <a:pPr algn="ctr">
              <a:buFont typeface="Arial" panose="020B0604020202020204" pitchFamily="34" charset="0"/>
            </a:pPr>
            <a:r>
              <a:rPr lang="en-US" altLang="zh-CN" sz="4400" dirty="0">
                <a:latin typeface="Arial" panose="020B0604020202020204" pitchFamily="34" charset="0"/>
                <a:ea typeface="Arial" panose="020B0604020202020204" pitchFamily="34" charset="0"/>
              </a:rPr>
              <a:t>21</a:t>
            </a:r>
          </a:p>
        </p:txBody>
      </p:sp>
      <p:sp>
        <p:nvSpPr>
          <p:cNvPr id="8" name="TextBox 7">
            <a:extLst>
              <a:ext uri="{FF2B5EF4-FFF2-40B4-BE49-F238E27FC236}">
                <a16:creationId xmlns:a16="http://schemas.microsoft.com/office/drawing/2014/main" id="{F406BE06-5E4E-B112-0D96-F1477C0D6C58}"/>
              </a:ext>
            </a:extLst>
          </p:cNvPr>
          <p:cNvSpPr txBox="1"/>
          <p:nvPr/>
        </p:nvSpPr>
        <p:spPr>
          <a:xfrm>
            <a:off x="904568" y="344805"/>
            <a:ext cx="3254477" cy="369332"/>
          </a:xfrm>
          <a:prstGeom prst="rect">
            <a:avLst/>
          </a:prstGeom>
          <a:noFill/>
        </p:spPr>
        <p:txBody>
          <a:bodyPr wrap="square">
            <a:spAutoFit/>
          </a:bodyPr>
          <a:lstStyle/>
          <a:p>
            <a:pPr>
              <a:buFont typeface="Arial" panose="020B0604020202020204" pitchFamily="34" charset="0"/>
            </a:pPr>
            <a:r>
              <a:rPr lang="en-US" altLang="zh-CN" dirty="0">
                <a:latin typeface="Arial" panose="020B0604020202020204" pitchFamily="34" charset="0"/>
                <a:ea typeface="Arial" panose="020B0604020202020204" pitchFamily="34" charset="0"/>
              </a:rPr>
              <a:t>VIDEO CALLING FEATURE</a:t>
            </a:r>
            <a:endParaRPr lang="en-US" altLang="zh-CN" sz="1800" dirty="0">
              <a:latin typeface="Arial" panose="020B0604020202020204" pitchFamily="34" charset="0"/>
              <a:ea typeface="Arial" panose="020B0604020202020204" pitchFamily="34" charset="0"/>
            </a:endParaRPr>
          </a:p>
        </p:txBody>
      </p:sp>
      <p:pic>
        <p:nvPicPr>
          <p:cNvPr id="3" name="Picture 2">
            <a:extLst>
              <a:ext uri="{FF2B5EF4-FFF2-40B4-BE49-F238E27FC236}">
                <a16:creationId xmlns:a16="http://schemas.microsoft.com/office/drawing/2014/main" id="{FE826CD2-83F8-BDCE-5D02-FC49439852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052" y="1167580"/>
            <a:ext cx="9805939" cy="5333325"/>
          </a:xfrm>
          <a:prstGeom prst="rect">
            <a:avLst/>
          </a:prstGeom>
          <a:ln w="19050">
            <a:solidFill>
              <a:srgbClr val="00B0F0"/>
            </a:solidFill>
          </a:ln>
        </p:spPr>
      </p:pic>
    </p:spTree>
    <p:extLst>
      <p:ext uri="{BB962C8B-B14F-4D97-AF65-F5344CB8AC3E}">
        <p14:creationId xmlns:p14="http://schemas.microsoft.com/office/powerpoint/2010/main" val="4192980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2">
            <a:extLst>
              <a:ext uri="{FF2B5EF4-FFF2-40B4-BE49-F238E27FC236}">
                <a16:creationId xmlns:a16="http://schemas.microsoft.com/office/drawing/2014/main" id="{DD007945-9DA8-7158-8D28-630D3B43471F}"/>
              </a:ext>
            </a:extLst>
          </p:cNvPr>
          <p:cNvSpPr/>
          <p:nvPr/>
        </p:nvSpPr>
        <p:spPr>
          <a:xfrm>
            <a:off x="0" y="344805"/>
            <a:ext cx="4251960"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65000"/>
              <a:lumOff val="35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6" name="TextBox 5">
            <a:extLst>
              <a:ext uri="{FF2B5EF4-FFF2-40B4-BE49-F238E27FC236}">
                <a16:creationId xmlns:a16="http://schemas.microsoft.com/office/drawing/2014/main" id="{BC1557E9-20B6-EC7F-0D38-4AE04FB174C7}"/>
              </a:ext>
            </a:extLst>
          </p:cNvPr>
          <p:cNvSpPr txBox="1"/>
          <p:nvPr/>
        </p:nvSpPr>
        <p:spPr>
          <a:xfrm>
            <a:off x="0" y="131534"/>
            <a:ext cx="1052052" cy="769441"/>
          </a:xfrm>
          <a:prstGeom prst="rect">
            <a:avLst/>
          </a:prstGeom>
          <a:noFill/>
        </p:spPr>
        <p:txBody>
          <a:bodyPr wrap="square">
            <a:spAutoFit/>
          </a:bodyPr>
          <a:lstStyle/>
          <a:p>
            <a:pPr algn="ctr">
              <a:buFont typeface="Arial" panose="020B0604020202020204" pitchFamily="34" charset="0"/>
            </a:pPr>
            <a:r>
              <a:rPr lang="en-US" altLang="zh-CN" sz="4400" dirty="0">
                <a:latin typeface="Arial" panose="020B0604020202020204" pitchFamily="34" charset="0"/>
                <a:ea typeface="Arial" panose="020B0604020202020204" pitchFamily="34" charset="0"/>
              </a:rPr>
              <a:t>22</a:t>
            </a:r>
          </a:p>
        </p:txBody>
      </p:sp>
      <p:sp>
        <p:nvSpPr>
          <p:cNvPr id="8" name="TextBox 7">
            <a:extLst>
              <a:ext uri="{FF2B5EF4-FFF2-40B4-BE49-F238E27FC236}">
                <a16:creationId xmlns:a16="http://schemas.microsoft.com/office/drawing/2014/main" id="{F406BE06-5E4E-B112-0D96-F1477C0D6C58}"/>
              </a:ext>
            </a:extLst>
          </p:cNvPr>
          <p:cNvSpPr txBox="1"/>
          <p:nvPr/>
        </p:nvSpPr>
        <p:spPr>
          <a:xfrm>
            <a:off x="904568" y="344805"/>
            <a:ext cx="3254477" cy="369332"/>
          </a:xfrm>
          <a:prstGeom prst="rect">
            <a:avLst/>
          </a:prstGeom>
          <a:noFill/>
        </p:spPr>
        <p:txBody>
          <a:bodyPr wrap="square">
            <a:spAutoFit/>
          </a:bodyPr>
          <a:lstStyle/>
          <a:p>
            <a:pPr>
              <a:buFont typeface="Arial" panose="020B0604020202020204" pitchFamily="34" charset="0"/>
            </a:pPr>
            <a:r>
              <a:rPr lang="en-US" altLang="zh-CN" sz="1800" dirty="0">
                <a:latin typeface="Arial" panose="020B0604020202020204" pitchFamily="34" charset="0"/>
                <a:ea typeface="Arial" panose="020B0604020202020204" pitchFamily="34" charset="0"/>
              </a:rPr>
              <a:t>MOBILE VIEW</a:t>
            </a:r>
          </a:p>
        </p:txBody>
      </p:sp>
      <p:pic>
        <p:nvPicPr>
          <p:cNvPr id="5" name="Picture 4">
            <a:extLst>
              <a:ext uri="{FF2B5EF4-FFF2-40B4-BE49-F238E27FC236}">
                <a16:creationId xmlns:a16="http://schemas.microsoft.com/office/drawing/2014/main" id="{55A56E1D-35FD-4997-F9E1-85011896C5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95628" y="900976"/>
            <a:ext cx="4251959" cy="5519490"/>
          </a:xfrm>
          <a:prstGeom prst="rect">
            <a:avLst/>
          </a:prstGeom>
          <a:ln w="19050">
            <a:solidFill>
              <a:srgbClr val="00B0F0"/>
            </a:solidFill>
          </a:ln>
        </p:spPr>
      </p:pic>
    </p:spTree>
    <p:extLst>
      <p:ext uri="{BB962C8B-B14F-4D97-AF65-F5344CB8AC3E}">
        <p14:creationId xmlns:p14="http://schemas.microsoft.com/office/powerpoint/2010/main" val="1976549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2">
            <a:extLst>
              <a:ext uri="{FF2B5EF4-FFF2-40B4-BE49-F238E27FC236}">
                <a16:creationId xmlns:a16="http://schemas.microsoft.com/office/drawing/2014/main" id="{DD007945-9DA8-7158-8D28-630D3B43471F}"/>
              </a:ext>
            </a:extLst>
          </p:cNvPr>
          <p:cNvSpPr/>
          <p:nvPr/>
        </p:nvSpPr>
        <p:spPr>
          <a:xfrm>
            <a:off x="0" y="344805"/>
            <a:ext cx="4251960"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65000"/>
              <a:lumOff val="35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6" name="TextBox 5">
            <a:extLst>
              <a:ext uri="{FF2B5EF4-FFF2-40B4-BE49-F238E27FC236}">
                <a16:creationId xmlns:a16="http://schemas.microsoft.com/office/drawing/2014/main" id="{BC1557E9-20B6-EC7F-0D38-4AE04FB174C7}"/>
              </a:ext>
            </a:extLst>
          </p:cNvPr>
          <p:cNvSpPr txBox="1"/>
          <p:nvPr/>
        </p:nvSpPr>
        <p:spPr>
          <a:xfrm>
            <a:off x="0" y="131534"/>
            <a:ext cx="1052052" cy="769441"/>
          </a:xfrm>
          <a:prstGeom prst="rect">
            <a:avLst/>
          </a:prstGeom>
          <a:noFill/>
        </p:spPr>
        <p:txBody>
          <a:bodyPr wrap="square">
            <a:spAutoFit/>
          </a:bodyPr>
          <a:lstStyle/>
          <a:p>
            <a:pPr algn="ctr">
              <a:buFont typeface="Arial" panose="020B0604020202020204" pitchFamily="34" charset="0"/>
            </a:pPr>
            <a:r>
              <a:rPr lang="en-US" altLang="zh-CN" sz="4400" dirty="0">
                <a:latin typeface="Arial" panose="020B0604020202020204" pitchFamily="34" charset="0"/>
                <a:ea typeface="Arial" panose="020B0604020202020204" pitchFamily="34" charset="0"/>
              </a:rPr>
              <a:t>23</a:t>
            </a:r>
          </a:p>
        </p:txBody>
      </p:sp>
      <p:sp>
        <p:nvSpPr>
          <p:cNvPr id="8" name="TextBox 7">
            <a:extLst>
              <a:ext uri="{FF2B5EF4-FFF2-40B4-BE49-F238E27FC236}">
                <a16:creationId xmlns:a16="http://schemas.microsoft.com/office/drawing/2014/main" id="{F406BE06-5E4E-B112-0D96-F1477C0D6C58}"/>
              </a:ext>
            </a:extLst>
          </p:cNvPr>
          <p:cNvSpPr txBox="1"/>
          <p:nvPr/>
        </p:nvSpPr>
        <p:spPr>
          <a:xfrm>
            <a:off x="904568" y="344805"/>
            <a:ext cx="3254477" cy="369332"/>
          </a:xfrm>
          <a:prstGeom prst="rect">
            <a:avLst/>
          </a:prstGeom>
          <a:noFill/>
        </p:spPr>
        <p:txBody>
          <a:bodyPr wrap="square">
            <a:spAutoFit/>
          </a:bodyPr>
          <a:lstStyle/>
          <a:p>
            <a:pPr>
              <a:buFont typeface="Arial" panose="020B0604020202020204" pitchFamily="34" charset="0"/>
            </a:pPr>
            <a:r>
              <a:rPr lang="en-US" altLang="zh-CN" dirty="0">
                <a:latin typeface="Arial" panose="020B0604020202020204" pitchFamily="34" charset="0"/>
                <a:ea typeface="Arial" panose="020B0604020202020204" pitchFamily="34" charset="0"/>
              </a:rPr>
              <a:t>CHANGING THEMES</a:t>
            </a:r>
            <a:endParaRPr lang="en-US" altLang="zh-CN" sz="1800" dirty="0">
              <a:latin typeface="Arial" panose="020B0604020202020204" pitchFamily="34" charset="0"/>
              <a:ea typeface="Arial" panose="020B0604020202020204" pitchFamily="34" charset="0"/>
            </a:endParaRPr>
          </a:p>
        </p:txBody>
      </p:sp>
      <p:pic>
        <p:nvPicPr>
          <p:cNvPr id="3" name="Picture 2">
            <a:extLst>
              <a:ext uri="{FF2B5EF4-FFF2-40B4-BE49-F238E27FC236}">
                <a16:creationId xmlns:a16="http://schemas.microsoft.com/office/drawing/2014/main" id="{F2D5D5DC-5CAC-9ED6-5BF8-45CD86C405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90219" y="861891"/>
            <a:ext cx="4326194" cy="5695637"/>
          </a:xfrm>
          <a:prstGeom prst="rect">
            <a:avLst/>
          </a:prstGeom>
          <a:ln w="19050">
            <a:solidFill>
              <a:srgbClr val="00B0F0"/>
            </a:solidFill>
          </a:ln>
        </p:spPr>
      </p:pic>
    </p:spTree>
    <p:extLst>
      <p:ext uri="{BB962C8B-B14F-4D97-AF65-F5344CB8AC3E}">
        <p14:creationId xmlns:p14="http://schemas.microsoft.com/office/powerpoint/2010/main" val="2717087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2">
            <a:extLst>
              <a:ext uri="{FF2B5EF4-FFF2-40B4-BE49-F238E27FC236}">
                <a16:creationId xmlns:a16="http://schemas.microsoft.com/office/drawing/2014/main" id="{DD007945-9DA8-7158-8D28-630D3B43471F}"/>
              </a:ext>
            </a:extLst>
          </p:cNvPr>
          <p:cNvSpPr/>
          <p:nvPr/>
        </p:nvSpPr>
        <p:spPr>
          <a:xfrm>
            <a:off x="0" y="344805"/>
            <a:ext cx="4251960"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65000"/>
              <a:lumOff val="35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6" name="TextBox 5">
            <a:extLst>
              <a:ext uri="{FF2B5EF4-FFF2-40B4-BE49-F238E27FC236}">
                <a16:creationId xmlns:a16="http://schemas.microsoft.com/office/drawing/2014/main" id="{BC1557E9-20B6-EC7F-0D38-4AE04FB174C7}"/>
              </a:ext>
            </a:extLst>
          </p:cNvPr>
          <p:cNvSpPr txBox="1"/>
          <p:nvPr/>
        </p:nvSpPr>
        <p:spPr>
          <a:xfrm>
            <a:off x="0" y="131534"/>
            <a:ext cx="1052052" cy="769441"/>
          </a:xfrm>
          <a:prstGeom prst="rect">
            <a:avLst/>
          </a:prstGeom>
          <a:noFill/>
        </p:spPr>
        <p:txBody>
          <a:bodyPr wrap="square">
            <a:spAutoFit/>
          </a:bodyPr>
          <a:lstStyle/>
          <a:p>
            <a:pPr algn="ctr">
              <a:buFont typeface="Arial" panose="020B0604020202020204" pitchFamily="34" charset="0"/>
            </a:pPr>
            <a:r>
              <a:rPr lang="en-US" altLang="zh-CN" sz="4400" dirty="0">
                <a:latin typeface="Arial" panose="020B0604020202020204" pitchFamily="34" charset="0"/>
                <a:ea typeface="Arial" panose="020B0604020202020204" pitchFamily="34" charset="0"/>
              </a:rPr>
              <a:t>24</a:t>
            </a:r>
          </a:p>
        </p:txBody>
      </p:sp>
      <p:sp>
        <p:nvSpPr>
          <p:cNvPr id="8" name="TextBox 7">
            <a:extLst>
              <a:ext uri="{FF2B5EF4-FFF2-40B4-BE49-F238E27FC236}">
                <a16:creationId xmlns:a16="http://schemas.microsoft.com/office/drawing/2014/main" id="{F406BE06-5E4E-B112-0D96-F1477C0D6C58}"/>
              </a:ext>
            </a:extLst>
          </p:cNvPr>
          <p:cNvSpPr txBox="1"/>
          <p:nvPr/>
        </p:nvSpPr>
        <p:spPr>
          <a:xfrm>
            <a:off x="1052052" y="344805"/>
            <a:ext cx="2772697" cy="369332"/>
          </a:xfrm>
          <a:prstGeom prst="rect">
            <a:avLst/>
          </a:prstGeom>
          <a:noFill/>
        </p:spPr>
        <p:txBody>
          <a:bodyPr wrap="square">
            <a:spAutoFit/>
          </a:bodyPr>
          <a:lstStyle/>
          <a:p>
            <a:pPr>
              <a:buFont typeface="Arial" panose="020B0604020202020204" pitchFamily="34" charset="0"/>
            </a:pPr>
            <a:r>
              <a:rPr lang="en-US" altLang="zh-CN" sz="1800" dirty="0">
                <a:latin typeface="Arial" panose="020B0604020202020204" pitchFamily="34" charset="0"/>
                <a:ea typeface="Arial" panose="020B0604020202020204" pitchFamily="34" charset="0"/>
              </a:rPr>
              <a:t>DATABASE</a:t>
            </a:r>
          </a:p>
        </p:txBody>
      </p:sp>
      <p:pic>
        <p:nvPicPr>
          <p:cNvPr id="5" name="Picture 4">
            <a:extLst>
              <a:ext uri="{FF2B5EF4-FFF2-40B4-BE49-F238E27FC236}">
                <a16:creationId xmlns:a16="http://schemas.microsoft.com/office/drawing/2014/main" id="{4CC86455-C10D-7557-E177-FB78811966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5172" y="1248696"/>
            <a:ext cx="9707167" cy="5090159"/>
          </a:xfrm>
          <a:prstGeom prst="rect">
            <a:avLst/>
          </a:prstGeom>
        </p:spPr>
      </p:pic>
    </p:spTree>
    <p:extLst>
      <p:ext uri="{BB962C8B-B14F-4D97-AF65-F5344CB8AC3E}">
        <p14:creationId xmlns:p14="http://schemas.microsoft.com/office/powerpoint/2010/main" val="198328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2">
            <a:extLst>
              <a:ext uri="{FF2B5EF4-FFF2-40B4-BE49-F238E27FC236}">
                <a16:creationId xmlns:a16="http://schemas.microsoft.com/office/drawing/2014/main" id="{DD007945-9DA8-7158-8D28-630D3B43471F}"/>
              </a:ext>
            </a:extLst>
          </p:cNvPr>
          <p:cNvSpPr/>
          <p:nvPr/>
        </p:nvSpPr>
        <p:spPr>
          <a:xfrm>
            <a:off x="0" y="344805"/>
            <a:ext cx="4251960"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65000"/>
              <a:lumOff val="35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6" name="TextBox 5">
            <a:extLst>
              <a:ext uri="{FF2B5EF4-FFF2-40B4-BE49-F238E27FC236}">
                <a16:creationId xmlns:a16="http://schemas.microsoft.com/office/drawing/2014/main" id="{BC1557E9-20B6-EC7F-0D38-4AE04FB174C7}"/>
              </a:ext>
            </a:extLst>
          </p:cNvPr>
          <p:cNvSpPr txBox="1"/>
          <p:nvPr/>
        </p:nvSpPr>
        <p:spPr>
          <a:xfrm>
            <a:off x="110170" y="131534"/>
            <a:ext cx="1052052" cy="769441"/>
          </a:xfrm>
          <a:prstGeom prst="rect">
            <a:avLst/>
          </a:prstGeom>
          <a:noFill/>
        </p:spPr>
        <p:txBody>
          <a:bodyPr wrap="square">
            <a:spAutoFit/>
          </a:bodyPr>
          <a:lstStyle/>
          <a:p>
            <a:pPr algn="ctr">
              <a:buFont typeface="Arial" panose="020B0604020202020204" pitchFamily="34" charset="0"/>
            </a:pPr>
            <a:r>
              <a:rPr lang="en-US" altLang="zh-CN" sz="4400" dirty="0">
                <a:latin typeface="Arial" panose="020B0604020202020204" pitchFamily="34" charset="0"/>
                <a:ea typeface="Arial" panose="020B0604020202020204" pitchFamily="34" charset="0"/>
              </a:rPr>
              <a:t>25</a:t>
            </a:r>
          </a:p>
        </p:txBody>
      </p:sp>
      <p:sp>
        <p:nvSpPr>
          <p:cNvPr id="8" name="TextBox 7">
            <a:extLst>
              <a:ext uri="{FF2B5EF4-FFF2-40B4-BE49-F238E27FC236}">
                <a16:creationId xmlns:a16="http://schemas.microsoft.com/office/drawing/2014/main" id="{F406BE06-5E4E-B112-0D96-F1477C0D6C58}"/>
              </a:ext>
            </a:extLst>
          </p:cNvPr>
          <p:cNvSpPr txBox="1"/>
          <p:nvPr/>
        </p:nvSpPr>
        <p:spPr>
          <a:xfrm>
            <a:off x="1052052" y="344805"/>
            <a:ext cx="2772697" cy="369332"/>
          </a:xfrm>
          <a:prstGeom prst="rect">
            <a:avLst/>
          </a:prstGeom>
          <a:noFill/>
        </p:spPr>
        <p:txBody>
          <a:bodyPr wrap="square">
            <a:spAutoFit/>
          </a:bodyPr>
          <a:lstStyle/>
          <a:p>
            <a:pPr>
              <a:buFont typeface="Arial" panose="020B0604020202020204" pitchFamily="34" charset="0"/>
            </a:pPr>
            <a:r>
              <a:rPr lang="en-US" altLang="zh-CN" sz="1800" dirty="0">
                <a:latin typeface="Arial" panose="020B0604020202020204" pitchFamily="34" charset="0"/>
                <a:ea typeface="Arial" panose="020B0604020202020204" pitchFamily="34" charset="0"/>
              </a:rPr>
              <a:t>USER DATABASE</a:t>
            </a:r>
          </a:p>
        </p:txBody>
      </p:sp>
      <p:pic>
        <p:nvPicPr>
          <p:cNvPr id="5" name="Picture 4">
            <a:extLst>
              <a:ext uri="{FF2B5EF4-FFF2-40B4-BE49-F238E27FC236}">
                <a16:creationId xmlns:a16="http://schemas.microsoft.com/office/drawing/2014/main" id="{D081FCE2-125C-8F1F-2535-3E2D69A7AF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2222" y="1219199"/>
            <a:ext cx="9957259" cy="4985815"/>
          </a:xfrm>
          <a:prstGeom prst="rect">
            <a:avLst/>
          </a:prstGeom>
        </p:spPr>
      </p:pic>
    </p:spTree>
    <p:extLst>
      <p:ext uri="{BB962C8B-B14F-4D97-AF65-F5344CB8AC3E}">
        <p14:creationId xmlns:p14="http://schemas.microsoft.com/office/powerpoint/2010/main" val="3398251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2">
            <a:extLst>
              <a:ext uri="{FF2B5EF4-FFF2-40B4-BE49-F238E27FC236}">
                <a16:creationId xmlns:a16="http://schemas.microsoft.com/office/drawing/2014/main" id="{DD007945-9DA8-7158-8D28-630D3B43471F}"/>
              </a:ext>
            </a:extLst>
          </p:cNvPr>
          <p:cNvSpPr/>
          <p:nvPr/>
        </p:nvSpPr>
        <p:spPr>
          <a:xfrm>
            <a:off x="0" y="344805"/>
            <a:ext cx="4251960"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65000"/>
              <a:lumOff val="35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6" name="TextBox 5">
            <a:extLst>
              <a:ext uri="{FF2B5EF4-FFF2-40B4-BE49-F238E27FC236}">
                <a16:creationId xmlns:a16="http://schemas.microsoft.com/office/drawing/2014/main" id="{BC1557E9-20B6-EC7F-0D38-4AE04FB174C7}"/>
              </a:ext>
            </a:extLst>
          </p:cNvPr>
          <p:cNvSpPr txBox="1"/>
          <p:nvPr/>
        </p:nvSpPr>
        <p:spPr>
          <a:xfrm>
            <a:off x="110170" y="131534"/>
            <a:ext cx="1052052" cy="769441"/>
          </a:xfrm>
          <a:prstGeom prst="rect">
            <a:avLst/>
          </a:prstGeom>
          <a:noFill/>
        </p:spPr>
        <p:txBody>
          <a:bodyPr wrap="square">
            <a:spAutoFit/>
          </a:bodyPr>
          <a:lstStyle/>
          <a:p>
            <a:pPr algn="ctr">
              <a:buFont typeface="Arial" panose="020B0604020202020204" pitchFamily="34" charset="0"/>
            </a:pPr>
            <a:r>
              <a:rPr lang="en-US" altLang="zh-CN" sz="4400" dirty="0">
                <a:latin typeface="Arial" panose="020B0604020202020204" pitchFamily="34" charset="0"/>
                <a:ea typeface="Arial" panose="020B0604020202020204" pitchFamily="34" charset="0"/>
              </a:rPr>
              <a:t>26</a:t>
            </a:r>
          </a:p>
        </p:txBody>
      </p:sp>
      <p:sp>
        <p:nvSpPr>
          <p:cNvPr id="8" name="TextBox 7">
            <a:extLst>
              <a:ext uri="{FF2B5EF4-FFF2-40B4-BE49-F238E27FC236}">
                <a16:creationId xmlns:a16="http://schemas.microsoft.com/office/drawing/2014/main" id="{F406BE06-5E4E-B112-0D96-F1477C0D6C58}"/>
              </a:ext>
            </a:extLst>
          </p:cNvPr>
          <p:cNvSpPr txBox="1"/>
          <p:nvPr/>
        </p:nvSpPr>
        <p:spPr>
          <a:xfrm>
            <a:off x="1052052" y="344805"/>
            <a:ext cx="2772697" cy="369332"/>
          </a:xfrm>
          <a:prstGeom prst="rect">
            <a:avLst/>
          </a:prstGeom>
          <a:noFill/>
        </p:spPr>
        <p:txBody>
          <a:bodyPr wrap="square">
            <a:spAutoFit/>
          </a:bodyPr>
          <a:lstStyle/>
          <a:p>
            <a:pPr>
              <a:buFont typeface="Arial" panose="020B0604020202020204" pitchFamily="34" charset="0"/>
            </a:pPr>
            <a:r>
              <a:rPr lang="en-US" altLang="zh-CN" sz="1800" dirty="0">
                <a:latin typeface="Arial" panose="020B0604020202020204" pitchFamily="34" charset="0"/>
                <a:ea typeface="Arial" panose="020B0604020202020204" pitchFamily="34" charset="0"/>
              </a:rPr>
              <a:t>COLLECTIONS</a:t>
            </a:r>
          </a:p>
        </p:txBody>
      </p:sp>
      <p:pic>
        <p:nvPicPr>
          <p:cNvPr id="3" name="Picture 2">
            <a:extLst>
              <a:ext uri="{FF2B5EF4-FFF2-40B4-BE49-F238E27FC236}">
                <a16:creationId xmlns:a16="http://schemas.microsoft.com/office/drawing/2014/main" id="{0C2482D4-39EF-C0E8-82BA-7E379049DD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387" y="1114246"/>
            <a:ext cx="10889226" cy="5158055"/>
          </a:xfrm>
          <a:prstGeom prst="rect">
            <a:avLst/>
          </a:prstGeom>
        </p:spPr>
      </p:pic>
    </p:spTree>
    <p:extLst>
      <p:ext uri="{BB962C8B-B14F-4D97-AF65-F5344CB8AC3E}">
        <p14:creationId xmlns:p14="http://schemas.microsoft.com/office/powerpoint/2010/main" val="4276457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2">
            <a:extLst>
              <a:ext uri="{FF2B5EF4-FFF2-40B4-BE49-F238E27FC236}">
                <a16:creationId xmlns:a16="http://schemas.microsoft.com/office/drawing/2014/main" id="{DD007945-9DA8-7158-8D28-630D3B43471F}"/>
              </a:ext>
            </a:extLst>
          </p:cNvPr>
          <p:cNvSpPr/>
          <p:nvPr/>
        </p:nvSpPr>
        <p:spPr>
          <a:xfrm>
            <a:off x="0" y="344805"/>
            <a:ext cx="4251960"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65000"/>
              <a:lumOff val="35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6" name="TextBox 5">
            <a:extLst>
              <a:ext uri="{FF2B5EF4-FFF2-40B4-BE49-F238E27FC236}">
                <a16:creationId xmlns:a16="http://schemas.microsoft.com/office/drawing/2014/main" id="{BC1557E9-20B6-EC7F-0D38-4AE04FB174C7}"/>
              </a:ext>
            </a:extLst>
          </p:cNvPr>
          <p:cNvSpPr txBox="1"/>
          <p:nvPr/>
        </p:nvSpPr>
        <p:spPr>
          <a:xfrm>
            <a:off x="110170" y="131534"/>
            <a:ext cx="1052052" cy="769441"/>
          </a:xfrm>
          <a:prstGeom prst="rect">
            <a:avLst/>
          </a:prstGeom>
          <a:noFill/>
        </p:spPr>
        <p:txBody>
          <a:bodyPr wrap="square">
            <a:spAutoFit/>
          </a:bodyPr>
          <a:lstStyle/>
          <a:p>
            <a:pPr algn="ctr">
              <a:buFont typeface="Arial" panose="020B0604020202020204" pitchFamily="34" charset="0"/>
            </a:pPr>
            <a:r>
              <a:rPr lang="en-US" altLang="zh-CN" sz="4400" dirty="0">
                <a:latin typeface="Arial" panose="020B0604020202020204" pitchFamily="34" charset="0"/>
                <a:ea typeface="Arial" panose="020B0604020202020204" pitchFamily="34" charset="0"/>
              </a:rPr>
              <a:t>27</a:t>
            </a:r>
          </a:p>
        </p:txBody>
      </p:sp>
      <p:sp>
        <p:nvSpPr>
          <p:cNvPr id="8" name="TextBox 7">
            <a:extLst>
              <a:ext uri="{FF2B5EF4-FFF2-40B4-BE49-F238E27FC236}">
                <a16:creationId xmlns:a16="http://schemas.microsoft.com/office/drawing/2014/main" id="{F406BE06-5E4E-B112-0D96-F1477C0D6C58}"/>
              </a:ext>
            </a:extLst>
          </p:cNvPr>
          <p:cNvSpPr txBox="1"/>
          <p:nvPr/>
        </p:nvSpPr>
        <p:spPr>
          <a:xfrm>
            <a:off x="1052052" y="344805"/>
            <a:ext cx="2772697" cy="369332"/>
          </a:xfrm>
          <a:prstGeom prst="rect">
            <a:avLst/>
          </a:prstGeom>
          <a:noFill/>
        </p:spPr>
        <p:txBody>
          <a:bodyPr wrap="square">
            <a:spAutoFit/>
          </a:bodyPr>
          <a:lstStyle/>
          <a:p>
            <a:pPr>
              <a:buFont typeface="Arial" panose="020B0604020202020204" pitchFamily="34" charset="0"/>
            </a:pPr>
            <a:r>
              <a:rPr lang="en-US" altLang="zh-CN" sz="1800" dirty="0">
                <a:latin typeface="Arial" panose="020B0604020202020204" pitchFamily="34" charset="0"/>
                <a:ea typeface="Arial" panose="020B0604020202020204" pitchFamily="34" charset="0"/>
              </a:rPr>
              <a:t>USER COLLECTIONS</a:t>
            </a:r>
          </a:p>
        </p:txBody>
      </p:sp>
      <p:pic>
        <p:nvPicPr>
          <p:cNvPr id="5" name="Picture 4">
            <a:extLst>
              <a:ext uri="{FF2B5EF4-FFF2-40B4-BE49-F238E27FC236}">
                <a16:creationId xmlns:a16="http://schemas.microsoft.com/office/drawing/2014/main" id="{36D52053-6C90-F094-0EFB-D3F1DAC206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325" y="1114246"/>
            <a:ext cx="10911349" cy="5179905"/>
          </a:xfrm>
          <a:prstGeom prst="rect">
            <a:avLst/>
          </a:prstGeom>
        </p:spPr>
      </p:pic>
    </p:spTree>
    <p:extLst>
      <p:ext uri="{BB962C8B-B14F-4D97-AF65-F5344CB8AC3E}">
        <p14:creationId xmlns:p14="http://schemas.microsoft.com/office/powerpoint/2010/main" val="2446818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2">
            <a:extLst>
              <a:ext uri="{FF2B5EF4-FFF2-40B4-BE49-F238E27FC236}">
                <a16:creationId xmlns:a16="http://schemas.microsoft.com/office/drawing/2014/main" id="{DD007945-9DA8-7158-8D28-630D3B43471F}"/>
              </a:ext>
            </a:extLst>
          </p:cNvPr>
          <p:cNvSpPr/>
          <p:nvPr/>
        </p:nvSpPr>
        <p:spPr>
          <a:xfrm>
            <a:off x="0" y="344805"/>
            <a:ext cx="4251960"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65000"/>
              <a:lumOff val="35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6" name="TextBox 5">
            <a:extLst>
              <a:ext uri="{FF2B5EF4-FFF2-40B4-BE49-F238E27FC236}">
                <a16:creationId xmlns:a16="http://schemas.microsoft.com/office/drawing/2014/main" id="{BC1557E9-20B6-EC7F-0D38-4AE04FB174C7}"/>
              </a:ext>
            </a:extLst>
          </p:cNvPr>
          <p:cNvSpPr txBox="1"/>
          <p:nvPr/>
        </p:nvSpPr>
        <p:spPr>
          <a:xfrm>
            <a:off x="110170" y="131534"/>
            <a:ext cx="1052052" cy="769441"/>
          </a:xfrm>
          <a:prstGeom prst="rect">
            <a:avLst/>
          </a:prstGeom>
          <a:noFill/>
        </p:spPr>
        <p:txBody>
          <a:bodyPr wrap="square">
            <a:spAutoFit/>
          </a:bodyPr>
          <a:lstStyle/>
          <a:p>
            <a:pPr algn="ctr">
              <a:buFont typeface="Arial" panose="020B0604020202020204" pitchFamily="34" charset="0"/>
            </a:pPr>
            <a:r>
              <a:rPr lang="en-US" altLang="zh-CN" sz="4400" dirty="0">
                <a:latin typeface="Arial" panose="020B0604020202020204" pitchFamily="34" charset="0"/>
                <a:ea typeface="Arial" panose="020B0604020202020204" pitchFamily="34" charset="0"/>
              </a:rPr>
              <a:t>28</a:t>
            </a:r>
          </a:p>
        </p:txBody>
      </p:sp>
      <p:sp>
        <p:nvSpPr>
          <p:cNvPr id="8" name="TextBox 7">
            <a:extLst>
              <a:ext uri="{FF2B5EF4-FFF2-40B4-BE49-F238E27FC236}">
                <a16:creationId xmlns:a16="http://schemas.microsoft.com/office/drawing/2014/main" id="{F406BE06-5E4E-B112-0D96-F1477C0D6C58}"/>
              </a:ext>
            </a:extLst>
          </p:cNvPr>
          <p:cNvSpPr txBox="1"/>
          <p:nvPr/>
        </p:nvSpPr>
        <p:spPr>
          <a:xfrm>
            <a:off x="1052052" y="344805"/>
            <a:ext cx="2772697" cy="369332"/>
          </a:xfrm>
          <a:prstGeom prst="rect">
            <a:avLst/>
          </a:prstGeom>
          <a:noFill/>
        </p:spPr>
        <p:txBody>
          <a:bodyPr wrap="square">
            <a:spAutoFit/>
          </a:bodyPr>
          <a:lstStyle/>
          <a:p>
            <a:pPr>
              <a:buFont typeface="Arial" panose="020B0604020202020204" pitchFamily="34" charset="0"/>
            </a:pPr>
            <a:r>
              <a:rPr lang="en-US" altLang="zh-CN" sz="1800" dirty="0">
                <a:latin typeface="Arial" panose="020B0604020202020204" pitchFamily="34" charset="0"/>
                <a:ea typeface="Arial" panose="020B0604020202020204" pitchFamily="34" charset="0"/>
              </a:rPr>
              <a:t>POST COLLECTIONS</a:t>
            </a:r>
          </a:p>
        </p:txBody>
      </p:sp>
      <p:pic>
        <p:nvPicPr>
          <p:cNvPr id="3" name="Picture 2">
            <a:extLst>
              <a:ext uri="{FF2B5EF4-FFF2-40B4-BE49-F238E27FC236}">
                <a16:creationId xmlns:a16="http://schemas.microsoft.com/office/drawing/2014/main" id="{B52DE50A-CEA0-B4BB-B401-DC928BCCAE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503" y="1114246"/>
            <a:ext cx="10726994" cy="5075618"/>
          </a:xfrm>
          <a:prstGeom prst="rect">
            <a:avLst/>
          </a:prstGeom>
        </p:spPr>
      </p:pic>
    </p:spTree>
    <p:extLst>
      <p:ext uri="{BB962C8B-B14F-4D97-AF65-F5344CB8AC3E}">
        <p14:creationId xmlns:p14="http://schemas.microsoft.com/office/powerpoint/2010/main" val="1990088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2">
            <a:extLst>
              <a:ext uri="{FF2B5EF4-FFF2-40B4-BE49-F238E27FC236}">
                <a16:creationId xmlns:a16="http://schemas.microsoft.com/office/drawing/2014/main" id="{DD007945-9DA8-7158-8D28-630D3B43471F}"/>
              </a:ext>
            </a:extLst>
          </p:cNvPr>
          <p:cNvSpPr/>
          <p:nvPr/>
        </p:nvSpPr>
        <p:spPr>
          <a:xfrm>
            <a:off x="0" y="344805"/>
            <a:ext cx="4251960"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65000"/>
              <a:lumOff val="35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6" name="TextBox 5">
            <a:extLst>
              <a:ext uri="{FF2B5EF4-FFF2-40B4-BE49-F238E27FC236}">
                <a16:creationId xmlns:a16="http://schemas.microsoft.com/office/drawing/2014/main" id="{BC1557E9-20B6-EC7F-0D38-4AE04FB174C7}"/>
              </a:ext>
            </a:extLst>
          </p:cNvPr>
          <p:cNvSpPr txBox="1"/>
          <p:nvPr/>
        </p:nvSpPr>
        <p:spPr>
          <a:xfrm>
            <a:off x="110170" y="131534"/>
            <a:ext cx="1052052" cy="769441"/>
          </a:xfrm>
          <a:prstGeom prst="rect">
            <a:avLst/>
          </a:prstGeom>
          <a:noFill/>
        </p:spPr>
        <p:txBody>
          <a:bodyPr wrap="square">
            <a:spAutoFit/>
          </a:bodyPr>
          <a:lstStyle/>
          <a:p>
            <a:pPr algn="ctr">
              <a:buFont typeface="Arial" panose="020B0604020202020204" pitchFamily="34" charset="0"/>
            </a:pPr>
            <a:r>
              <a:rPr lang="en-US" altLang="zh-CN" sz="4400" dirty="0">
                <a:latin typeface="Arial" panose="020B0604020202020204" pitchFamily="34" charset="0"/>
                <a:ea typeface="Arial" panose="020B0604020202020204" pitchFamily="34" charset="0"/>
              </a:rPr>
              <a:t>29</a:t>
            </a:r>
          </a:p>
        </p:txBody>
      </p:sp>
      <p:sp>
        <p:nvSpPr>
          <p:cNvPr id="8" name="TextBox 7">
            <a:extLst>
              <a:ext uri="{FF2B5EF4-FFF2-40B4-BE49-F238E27FC236}">
                <a16:creationId xmlns:a16="http://schemas.microsoft.com/office/drawing/2014/main" id="{F406BE06-5E4E-B112-0D96-F1477C0D6C58}"/>
              </a:ext>
            </a:extLst>
          </p:cNvPr>
          <p:cNvSpPr txBox="1"/>
          <p:nvPr/>
        </p:nvSpPr>
        <p:spPr>
          <a:xfrm>
            <a:off x="1052052" y="344805"/>
            <a:ext cx="2772697" cy="369332"/>
          </a:xfrm>
          <a:prstGeom prst="rect">
            <a:avLst/>
          </a:prstGeom>
          <a:noFill/>
        </p:spPr>
        <p:txBody>
          <a:bodyPr wrap="square">
            <a:spAutoFit/>
          </a:bodyPr>
          <a:lstStyle/>
          <a:p>
            <a:pPr>
              <a:buFont typeface="Arial" panose="020B0604020202020204" pitchFamily="34" charset="0"/>
            </a:pPr>
            <a:r>
              <a:rPr lang="en-US" altLang="zh-CN" sz="1800" dirty="0">
                <a:latin typeface="Arial" panose="020B0604020202020204" pitchFamily="34" charset="0"/>
                <a:ea typeface="Arial" panose="020B0604020202020204" pitchFamily="34" charset="0"/>
              </a:rPr>
              <a:t>OTP COLLECTIONS</a:t>
            </a:r>
          </a:p>
        </p:txBody>
      </p:sp>
      <p:pic>
        <p:nvPicPr>
          <p:cNvPr id="5" name="Picture 4">
            <a:extLst>
              <a:ext uri="{FF2B5EF4-FFF2-40B4-BE49-F238E27FC236}">
                <a16:creationId xmlns:a16="http://schemas.microsoft.com/office/drawing/2014/main" id="{C5C99244-14F2-F6AF-2147-6EEC0255A4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3732" y="1114246"/>
            <a:ext cx="10724535" cy="5080043"/>
          </a:xfrm>
          <a:prstGeom prst="rect">
            <a:avLst/>
          </a:prstGeom>
        </p:spPr>
      </p:pic>
    </p:spTree>
    <p:extLst>
      <p:ext uri="{BB962C8B-B14F-4D97-AF65-F5344CB8AC3E}">
        <p14:creationId xmlns:p14="http://schemas.microsoft.com/office/powerpoint/2010/main" val="2280821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2">
            <a:extLst>
              <a:ext uri="{FF2B5EF4-FFF2-40B4-BE49-F238E27FC236}">
                <a16:creationId xmlns:a16="http://schemas.microsoft.com/office/drawing/2014/main" id="{DD007945-9DA8-7158-8D28-630D3B43471F}"/>
              </a:ext>
            </a:extLst>
          </p:cNvPr>
          <p:cNvSpPr/>
          <p:nvPr/>
        </p:nvSpPr>
        <p:spPr>
          <a:xfrm>
            <a:off x="0" y="344805"/>
            <a:ext cx="4251960"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65000"/>
              <a:lumOff val="35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6" name="TextBox 5">
            <a:extLst>
              <a:ext uri="{FF2B5EF4-FFF2-40B4-BE49-F238E27FC236}">
                <a16:creationId xmlns:a16="http://schemas.microsoft.com/office/drawing/2014/main" id="{BC1557E9-20B6-EC7F-0D38-4AE04FB174C7}"/>
              </a:ext>
            </a:extLst>
          </p:cNvPr>
          <p:cNvSpPr txBox="1"/>
          <p:nvPr/>
        </p:nvSpPr>
        <p:spPr>
          <a:xfrm>
            <a:off x="110170" y="131534"/>
            <a:ext cx="1052052" cy="769441"/>
          </a:xfrm>
          <a:prstGeom prst="rect">
            <a:avLst/>
          </a:prstGeom>
          <a:noFill/>
        </p:spPr>
        <p:txBody>
          <a:bodyPr wrap="square">
            <a:spAutoFit/>
          </a:bodyPr>
          <a:lstStyle/>
          <a:p>
            <a:pPr algn="ctr">
              <a:buFont typeface="Arial" panose="020B0604020202020204" pitchFamily="34" charset="0"/>
            </a:pPr>
            <a:r>
              <a:rPr lang="en-US" altLang="zh-CN" sz="4400" dirty="0">
                <a:latin typeface="Arial" panose="020B0604020202020204" pitchFamily="34" charset="0"/>
                <a:ea typeface="Arial" panose="020B0604020202020204" pitchFamily="34" charset="0"/>
              </a:rPr>
              <a:t>30</a:t>
            </a:r>
          </a:p>
        </p:txBody>
      </p:sp>
      <p:sp>
        <p:nvSpPr>
          <p:cNvPr id="8" name="TextBox 7">
            <a:extLst>
              <a:ext uri="{FF2B5EF4-FFF2-40B4-BE49-F238E27FC236}">
                <a16:creationId xmlns:a16="http://schemas.microsoft.com/office/drawing/2014/main" id="{F406BE06-5E4E-B112-0D96-F1477C0D6C58}"/>
              </a:ext>
            </a:extLst>
          </p:cNvPr>
          <p:cNvSpPr txBox="1"/>
          <p:nvPr/>
        </p:nvSpPr>
        <p:spPr>
          <a:xfrm>
            <a:off x="914400" y="316517"/>
            <a:ext cx="3126658" cy="369332"/>
          </a:xfrm>
          <a:prstGeom prst="rect">
            <a:avLst/>
          </a:prstGeom>
          <a:noFill/>
        </p:spPr>
        <p:txBody>
          <a:bodyPr wrap="square">
            <a:spAutoFit/>
          </a:bodyPr>
          <a:lstStyle/>
          <a:p>
            <a:pPr>
              <a:buFont typeface="Arial" panose="020B0604020202020204" pitchFamily="34" charset="0"/>
            </a:pPr>
            <a:r>
              <a:rPr lang="en-US" altLang="zh-CN" sz="1800" dirty="0">
                <a:latin typeface="Arial" panose="020B0604020202020204" pitchFamily="34" charset="0"/>
                <a:ea typeface="Arial" panose="020B0604020202020204" pitchFamily="34" charset="0"/>
              </a:rPr>
              <a:t>MESSAGE COLLECTIONS</a:t>
            </a:r>
          </a:p>
        </p:txBody>
      </p:sp>
      <p:pic>
        <p:nvPicPr>
          <p:cNvPr id="3" name="Picture 2">
            <a:extLst>
              <a:ext uri="{FF2B5EF4-FFF2-40B4-BE49-F238E27FC236}">
                <a16:creationId xmlns:a16="http://schemas.microsoft.com/office/drawing/2014/main" id="{79494973-A7AF-F9E0-5DDA-DAB86EA452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3006" y="1114246"/>
            <a:ext cx="10761407" cy="5086292"/>
          </a:xfrm>
          <a:prstGeom prst="rect">
            <a:avLst/>
          </a:prstGeom>
        </p:spPr>
      </p:pic>
    </p:spTree>
    <p:extLst>
      <p:ext uri="{BB962C8B-B14F-4D97-AF65-F5344CB8AC3E}">
        <p14:creationId xmlns:p14="http://schemas.microsoft.com/office/powerpoint/2010/main" val="3100063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2">
            <a:extLst>
              <a:ext uri="{FF2B5EF4-FFF2-40B4-BE49-F238E27FC236}">
                <a16:creationId xmlns:a16="http://schemas.microsoft.com/office/drawing/2014/main" id="{DD007945-9DA8-7158-8D28-630D3B43471F}"/>
              </a:ext>
            </a:extLst>
          </p:cNvPr>
          <p:cNvSpPr/>
          <p:nvPr/>
        </p:nvSpPr>
        <p:spPr>
          <a:xfrm>
            <a:off x="0" y="344805"/>
            <a:ext cx="4251960"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65000"/>
              <a:lumOff val="35000"/>
            </a:schemeClr>
          </a:solidFill>
          <a:ln w="9525">
            <a:noFill/>
          </a:ln>
        </p:spPr>
        <p:txBody>
          <a:bodyPr/>
          <a:lstStyle/>
          <a:p>
            <a:endParaRPr lang="en-US" dirty="0">
              <a:latin typeface="Arial" panose="020B0604020202020204" pitchFamily="34" charset="0"/>
              <a:ea typeface="Arial" panose="020B0604020202020204" pitchFamily="34" charset="0"/>
            </a:endParaRPr>
          </a:p>
        </p:txBody>
      </p:sp>
      <p:sp>
        <p:nvSpPr>
          <p:cNvPr id="6" name="TextBox 5">
            <a:extLst>
              <a:ext uri="{FF2B5EF4-FFF2-40B4-BE49-F238E27FC236}">
                <a16:creationId xmlns:a16="http://schemas.microsoft.com/office/drawing/2014/main" id="{BC1557E9-20B6-EC7F-0D38-4AE04FB174C7}"/>
              </a:ext>
            </a:extLst>
          </p:cNvPr>
          <p:cNvSpPr txBox="1"/>
          <p:nvPr/>
        </p:nvSpPr>
        <p:spPr>
          <a:xfrm>
            <a:off x="-68826" y="130606"/>
            <a:ext cx="1052052" cy="769441"/>
          </a:xfrm>
          <a:prstGeom prst="rect">
            <a:avLst/>
          </a:prstGeom>
          <a:noFill/>
        </p:spPr>
        <p:txBody>
          <a:bodyPr wrap="square">
            <a:spAutoFit/>
          </a:bodyPr>
          <a:lstStyle/>
          <a:p>
            <a:pPr algn="ctr">
              <a:buFont typeface="Arial" panose="020B0604020202020204" pitchFamily="34" charset="0"/>
            </a:pPr>
            <a:r>
              <a:rPr lang="en-US" altLang="zh-CN" sz="4400" dirty="0">
                <a:latin typeface="Arial" panose="020B0604020202020204" pitchFamily="34" charset="0"/>
                <a:ea typeface="Arial" panose="020B0604020202020204" pitchFamily="34" charset="0"/>
              </a:rPr>
              <a:t>31</a:t>
            </a:r>
          </a:p>
        </p:txBody>
      </p:sp>
      <p:sp>
        <p:nvSpPr>
          <p:cNvPr id="8" name="TextBox 7">
            <a:extLst>
              <a:ext uri="{FF2B5EF4-FFF2-40B4-BE49-F238E27FC236}">
                <a16:creationId xmlns:a16="http://schemas.microsoft.com/office/drawing/2014/main" id="{F406BE06-5E4E-B112-0D96-F1477C0D6C58}"/>
              </a:ext>
            </a:extLst>
          </p:cNvPr>
          <p:cNvSpPr txBox="1"/>
          <p:nvPr/>
        </p:nvSpPr>
        <p:spPr>
          <a:xfrm>
            <a:off x="614024" y="318373"/>
            <a:ext cx="3706762" cy="369332"/>
          </a:xfrm>
          <a:prstGeom prst="rect">
            <a:avLst/>
          </a:prstGeom>
          <a:noFill/>
        </p:spPr>
        <p:txBody>
          <a:bodyPr wrap="square">
            <a:spAutoFit/>
          </a:bodyPr>
          <a:lstStyle/>
          <a:p>
            <a:pPr>
              <a:buFont typeface="Arial" panose="020B0604020202020204" pitchFamily="34" charset="0"/>
            </a:pPr>
            <a:r>
              <a:rPr lang="en-US" altLang="zh-CN" dirty="0">
                <a:latin typeface="Arial" panose="020B0604020202020204" pitchFamily="34" charset="0"/>
                <a:ea typeface="Arial" panose="020B0604020202020204" pitchFamily="34" charset="0"/>
              </a:rPr>
              <a:t>C</a:t>
            </a:r>
            <a:r>
              <a:rPr lang="en-US" altLang="zh-CN" sz="1800" dirty="0">
                <a:latin typeface="Arial" panose="020B0604020202020204" pitchFamily="34" charset="0"/>
                <a:ea typeface="Arial" panose="020B0604020202020204" pitchFamily="34" charset="0"/>
              </a:rPr>
              <a:t>ONVERSATION COLLECTIONS</a:t>
            </a:r>
          </a:p>
        </p:txBody>
      </p:sp>
      <p:pic>
        <p:nvPicPr>
          <p:cNvPr id="5" name="Picture 4">
            <a:extLst>
              <a:ext uri="{FF2B5EF4-FFF2-40B4-BE49-F238E27FC236}">
                <a16:creationId xmlns:a16="http://schemas.microsoft.com/office/drawing/2014/main" id="{E4C1BB90-459D-694A-3EDA-C278BC9DEA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341" y="1087814"/>
            <a:ext cx="10825317" cy="5144705"/>
          </a:xfrm>
          <a:prstGeom prst="rect">
            <a:avLst/>
          </a:prstGeom>
        </p:spPr>
      </p:pic>
    </p:spTree>
    <p:extLst>
      <p:ext uri="{BB962C8B-B14F-4D97-AF65-F5344CB8AC3E}">
        <p14:creationId xmlns:p14="http://schemas.microsoft.com/office/powerpoint/2010/main" val="3243223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任意多边形 1"/>
          <p:cNvSpPr/>
          <p:nvPr/>
        </p:nvSpPr>
        <p:spPr>
          <a:xfrm>
            <a:off x="0" y="406400"/>
            <a:ext cx="4439798" cy="342900"/>
          </a:xfrm>
          <a:custGeom>
            <a:avLst/>
            <a:gdLst/>
            <a:ahLst/>
            <a:cxnLst>
              <a:cxn ang="0">
                <a:pos x="0" y="0"/>
              </a:cxn>
              <a:cxn ang="0">
                <a:pos x="1914188" y="0"/>
              </a:cxn>
              <a:cxn ang="0">
                <a:pos x="1721471" y="212834"/>
              </a:cxn>
              <a:cxn ang="0">
                <a:pos x="0" y="212834"/>
              </a:cxn>
              <a:cxn ang="0">
                <a:pos x="0" y="0"/>
              </a:cxn>
            </a:cxnLst>
            <a:rect l="0" t="0" r="0" b="0"/>
            <a:pathLst>
              <a:path w="8440540" h="552450">
                <a:moveTo>
                  <a:pt x="0" y="0"/>
                </a:moveTo>
                <a:lnTo>
                  <a:pt x="8440540" y="0"/>
                </a:lnTo>
                <a:lnTo>
                  <a:pt x="7590760" y="552450"/>
                </a:lnTo>
                <a:lnTo>
                  <a:pt x="0" y="552450"/>
                </a:lnTo>
                <a:lnTo>
                  <a:pt x="0" y="0"/>
                </a:lnTo>
                <a:close/>
              </a:path>
            </a:pathLst>
          </a:custGeom>
          <a:solidFill>
            <a:schemeClr val="bg1">
              <a:lumMod val="65000"/>
              <a:lumOff val="35000"/>
            </a:schemeClr>
          </a:solidFill>
          <a:ln w="9525">
            <a:noFill/>
          </a:ln>
        </p:spPr>
        <p:txBody>
          <a:bodyPr/>
          <a:lstStyle/>
          <a:p>
            <a:endParaRPr lang="en-US">
              <a:latin typeface="Arial" panose="020B0604020202020204" pitchFamily="34" charset="0"/>
              <a:ea typeface="Arial" panose="020B0604020202020204" pitchFamily="34" charset="0"/>
            </a:endParaRPr>
          </a:p>
        </p:txBody>
      </p:sp>
      <p:sp>
        <p:nvSpPr>
          <p:cNvPr id="20483" name="文本框 2"/>
          <p:cNvSpPr txBox="1"/>
          <p:nvPr/>
        </p:nvSpPr>
        <p:spPr>
          <a:xfrm>
            <a:off x="1214122" y="346710"/>
            <a:ext cx="2844800" cy="460375"/>
          </a:xfrm>
          <a:prstGeom prst="rect">
            <a:avLst/>
          </a:prstGeom>
          <a:noFill/>
          <a:ln w="9525">
            <a:noFill/>
          </a:ln>
        </p:spPr>
        <p:txBody>
          <a:bodyPr anchor="t">
            <a:spAutoFit/>
          </a:bodyPr>
          <a:lstStyle/>
          <a:p>
            <a:pPr>
              <a:buFont typeface="Arial" panose="020B0604020202020204" pitchFamily="34" charset="0"/>
            </a:pPr>
            <a:r>
              <a:rPr lang="en-US" altLang="zh-CN" sz="2400" dirty="0">
                <a:latin typeface="Arial" panose="020B0604020202020204" pitchFamily="34" charset="0"/>
                <a:ea typeface="Arial" panose="020B0604020202020204" pitchFamily="34" charset="0"/>
              </a:rPr>
              <a:t>FUTURE SCOPE</a:t>
            </a:r>
          </a:p>
        </p:txBody>
      </p:sp>
      <p:sp>
        <p:nvSpPr>
          <p:cNvPr id="20484" name="文本框 3"/>
          <p:cNvSpPr txBox="1"/>
          <p:nvPr/>
        </p:nvSpPr>
        <p:spPr>
          <a:xfrm>
            <a:off x="246063" y="115888"/>
            <a:ext cx="1117600" cy="922020"/>
          </a:xfrm>
          <a:prstGeom prst="rect">
            <a:avLst/>
          </a:prstGeom>
          <a:noFill/>
          <a:ln w="9525">
            <a:noFill/>
          </a:ln>
        </p:spPr>
        <p:txBody>
          <a:bodyPr anchor="t">
            <a:spAutoFit/>
          </a:bodyPr>
          <a:lstStyle/>
          <a:p>
            <a:pPr>
              <a:buFont typeface="Arial" panose="020B0604020202020204" pitchFamily="34" charset="0"/>
            </a:pPr>
            <a:r>
              <a:rPr lang="en-US" altLang="zh-CN" sz="5400" dirty="0">
                <a:latin typeface="Arial" panose="020B0604020202020204" pitchFamily="34" charset="0"/>
                <a:ea typeface="Arial" panose="020B0604020202020204" pitchFamily="34" charset="0"/>
              </a:rPr>
              <a:t>32</a:t>
            </a:r>
          </a:p>
        </p:txBody>
      </p:sp>
      <p:sp>
        <p:nvSpPr>
          <p:cNvPr id="4" name="Rectangle 2">
            <a:extLst>
              <a:ext uri="{FF2B5EF4-FFF2-40B4-BE49-F238E27FC236}">
                <a16:creationId xmlns:a16="http://schemas.microsoft.com/office/drawing/2014/main" id="{B49A1716-7ECE-82CB-40C6-6A18CFC179E9}"/>
              </a:ext>
            </a:extLst>
          </p:cNvPr>
          <p:cNvSpPr>
            <a:spLocks noChangeArrowheads="1"/>
          </p:cNvSpPr>
          <p:nvPr/>
        </p:nvSpPr>
        <p:spPr bwMode="auto">
          <a:xfrm>
            <a:off x="0" y="1094422"/>
            <a:ext cx="12272655" cy="5416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tabLst/>
            </a:pPr>
            <a:r>
              <a:rPr kumimoji="0" lang="en-US" altLang="en-US" sz="2900" b="1" i="0" u="none" strike="noStrike" cap="none" normalizeH="0" baseline="0" dirty="0">
                <a:ln>
                  <a:noFill/>
                </a:ln>
                <a:solidFill>
                  <a:schemeClr val="tx1"/>
                </a:solidFill>
                <a:effectLst/>
                <a:highlight>
                  <a:srgbClr val="000000"/>
                </a:highlight>
                <a:latin typeface="Arial" panose="020B0604020202020204" pitchFamily="34" charset="0"/>
              </a:rPr>
              <a:t>The future scope of the Social </a:t>
            </a:r>
            <a:r>
              <a:rPr lang="en-US" altLang="en-US" sz="2900" b="1" dirty="0">
                <a:highlight>
                  <a:srgbClr val="000000"/>
                </a:highlight>
                <a:latin typeface="Arial" panose="020B0604020202020204" pitchFamily="34" charset="0"/>
              </a:rPr>
              <a:t>M</a:t>
            </a:r>
            <a:r>
              <a:rPr kumimoji="0" lang="en-US" altLang="en-US" sz="2900" b="1" i="0" u="none" strike="noStrike" cap="none" normalizeH="0" baseline="0" dirty="0">
                <a:ln>
                  <a:noFill/>
                </a:ln>
                <a:solidFill>
                  <a:schemeClr val="tx1"/>
                </a:solidFill>
                <a:effectLst/>
                <a:highlight>
                  <a:srgbClr val="000000"/>
                </a:highlight>
                <a:latin typeface="Arial" panose="020B0604020202020204" pitchFamily="34" charset="0"/>
              </a:rPr>
              <a:t>edia website project includes: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900" b="1" dirty="0">
              <a:highlight>
                <a:srgbClr val="0000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Enhanced Personalization</a:t>
            </a:r>
            <a:r>
              <a:rPr kumimoji="0" lang="en-US" altLang="en-US" sz="1800" b="0" i="0" u="none" strike="noStrike" cap="none" normalizeH="0" baseline="0" dirty="0">
                <a:ln>
                  <a:noFill/>
                </a:ln>
                <a:solidFill>
                  <a:schemeClr val="tx1"/>
                </a:solidFill>
                <a:effectLst/>
                <a:latin typeface="Arial" panose="020B0604020202020204" pitchFamily="34" charset="0"/>
              </a:rPr>
              <a:t>: In the near future Circle can use advanced algorithms and artificial intelligence to</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deliver highly personalized content and recommendations, tailoring the user experience </a:t>
            </a: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Arial" panose="020B0604020202020204" pitchFamily="34" charset="0"/>
              </a:rPr>
              <a:t>			     b</a:t>
            </a:r>
            <a:r>
              <a:rPr kumimoji="0" lang="en-US" altLang="en-US" sz="1800" b="0" i="0" u="none" strike="noStrike" cap="none" normalizeH="0" baseline="0" dirty="0">
                <a:ln>
                  <a:noFill/>
                </a:ln>
                <a:solidFill>
                  <a:schemeClr val="tx1"/>
                </a:solidFill>
                <a:effectLst/>
                <a:latin typeface="Arial" panose="020B0604020202020204" pitchFamily="34" charset="0"/>
              </a:rPr>
              <a:t>ased on individual preferences and behaviors.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Augmented Reality (AR) and Virtual Reality (VR)</a:t>
            </a:r>
            <a:r>
              <a:rPr kumimoji="0" lang="en-US" altLang="en-US" sz="1800" b="0" i="0" u="none" strike="noStrike" cap="none" normalizeH="0" baseline="0" dirty="0">
                <a:ln>
                  <a:noFill/>
                </a:ln>
                <a:solidFill>
                  <a:schemeClr val="tx1"/>
                </a:solidFill>
                <a:effectLst/>
                <a:latin typeface="Arial" panose="020B0604020202020204" pitchFamily="34" charset="0"/>
              </a:rPr>
              <a:t>: The integration of AR and VR technologies will create immersive </a:t>
            </a:r>
            <a:endParaRPr lang="en-US" altLang="en-US" sz="1800" dirty="0">
              <a:latin typeface="Arial" panose="020B0604020202020204" pitchFamily="34" charset="0"/>
            </a:endParaRPr>
          </a:p>
          <a:p>
            <a:pPr lvl="7" defTabSz="914400"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experiences, allowing users to interact in virtual spaces, try on products virtually, and</a:t>
            </a:r>
            <a:endParaRPr lang="en-US" altLang="en-US" dirty="0">
              <a:latin typeface="Arial" panose="020B0604020202020204" pitchFamily="34" charset="0"/>
            </a:endParaRPr>
          </a:p>
          <a:p>
            <a:pPr lvl="7" defTabSz="914400"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participate in live, interactive events.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Decentralization and Web3</a:t>
            </a:r>
            <a:r>
              <a:rPr kumimoji="0" lang="en-US" altLang="en-US" sz="1800" b="0" i="0" u="none" strike="noStrike" cap="none" normalizeH="0" baseline="0" dirty="0">
                <a:ln>
                  <a:noFill/>
                </a:ln>
                <a:solidFill>
                  <a:schemeClr val="tx1"/>
                </a:solidFill>
                <a:effectLst/>
                <a:latin typeface="Arial" panose="020B0604020202020204" pitchFamily="34" charset="0"/>
              </a:rPr>
              <a:t>: The rise of decentralized technologies and blockchain will influence Circle, to</a:t>
            </a:r>
          </a:p>
          <a:p>
            <a:pPr lvl="7" defTabSz="914400"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promote user ownership, transparency, and control over data. This could lead to the </a:t>
            </a:r>
          </a:p>
          <a:p>
            <a:pPr lvl="7" defTabSz="914400"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creation of decentralized social networks with enhanced privacy and security.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AI-Driven Content Creation</a:t>
            </a:r>
            <a:r>
              <a:rPr kumimoji="0" lang="en-US" altLang="en-US" sz="1800" b="0" i="0" u="none" strike="noStrike" cap="none" normalizeH="0" baseline="0" dirty="0">
                <a:ln>
                  <a:noFill/>
                </a:ln>
                <a:solidFill>
                  <a:schemeClr val="tx1"/>
                </a:solidFill>
                <a:effectLst/>
                <a:latin typeface="Arial" panose="020B0604020202020204" pitchFamily="34" charset="0"/>
              </a:rPr>
              <a:t>: AI tools can be implemented to make </a:t>
            </a:r>
            <a:r>
              <a:rPr lang="en-US" altLang="en-US" dirty="0">
                <a:latin typeface="Arial" panose="020B0604020202020204" pitchFamily="34" charset="0"/>
              </a:rPr>
              <a:t>Circle</a:t>
            </a:r>
            <a:r>
              <a:rPr kumimoji="0" lang="en-US" altLang="en-US" sz="1800" b="0" i="0" u="none" strike="noStrike" cap="none" normalizeH="0" baseline="0" dirty="0">
                <a:ln>
                  <a:noFill/>
                </a:ln>
                <a:solidFill>
                  <a:schemeClr val="tx1"/>
                </a:solidFill>
                <a:effectLst/>
                <a:latin typeface="Arial" panose="020B0604020202020204" pitchFamily="34" charset="0"/>
              </a:rPr>
              <a:t> more sophisticated, assisting users in</a:t>
            </a:r>
            <a:endParaRPr lang="en-US" altLang="en-US" dirty="0">
              <a:latin typeface="Arial" panose="020B0604020202020204" pitchFamily="34" charset="0"/>
            </a:endParaRPr>
          </a:p>
          <a:p>
            <a:pPr lvl="7" defTabSz="914400" eaLnBrk="0" fontAlgn="base" hangingPunct="0">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generating content, from </a:t>
            </a:r>
            <a:r>
              <a:rPr kumimoji="0" lang="en-US" altLang="en-US" b="0" i="0" u="none" strike="noStrike" cap="none" normalizeH="0" baseline="0" dirty="0">
                <a:ln>
                  <a:noFill/>
                </a:ln>
                <a:solidFill>
                  <a:schemeClr val="tx1"/>
                </a:solidFill>
                <a:effectLst/>
                <a:latin typeface="Arial" panose="020B0604020202020204" pitchFamily="34" charset="0"/>
              </a:rPr>
              <a:t>automated video editing and enhanced photo filters to</a:t>
            </a:r>
          </a:p>
          <a:p>
            <a:pPr lvl="7" defTabSz="914400"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AI-generated text and interactive experiences.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Increased Integration with E-Commerce</a:t>
            </a:r>
            <a:r>
              <a:rPr kumimoji="0" lang="en-US" altLang="en-US" sz="1800" b="0" i="0" u="none" strike="noStrike" cap="none" normalizeH="0" baseline="0" dirty="0">
                <a:ln>
                  <a:noFill/>
                </a:ln>
                <a:solidFill>
                  <a:schemeClr val="tx1"/>
                </a:solidFill>
                <a:effectLst/>
                <a:latin typeface="Arial" panose="020B0604020202020204" pitchFamily="34" charset="0"/>
              </a:rPr>
              <a:t>: Circle will blur the lines between social interaction and </a:t>
            </a:r>
            <a:r>
              <a:rPr kumimoji="0" lang="en-US" altLang="en-US" b="0" i="0" u="none" strike="noStrike" cap="none" normalizeH="0" baseline="0" dirty="0">
                <a:ln>
                  <a:noFill/>
                </a:ln>
                <a:solidFill>
                  <a:schemeClr val="tx1"/>
                </a:solidFill>
                <a:effectLst/>
                <a:latin typeface="Arial" panose="020B0604020202020204" pitchFamily="34" charset="0"/>
              </a:rPr>
              <a:t>shopping,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7" defTabSz="914400"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with advanced features for seamless in-app purchases, personalized shopping</a:t>
            </a:r>
          </a:p>
          <a:p>
            <a:pPr lvl="7" defTabSz="914400"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experiences, and influencer-driven commerce.</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0482"/>
                                        </p:tgtEl>
                                        <p:attrNameLst>
                                          <p:attrName>style.visibility</p:attrName>
                                        </p:attrNameLst>
                                      </p:cBhvr>
                                      <p:to>
                                        <p:strVal val="visible"/>
                                      </p:to>
                                    </p:set>
                                    <p:animEffect transition="in" filter="wipe(left)">
                                      <p:cBhvr>
                                        <p:cTn id="7" dur="500"/>
                                        <p:tgtEl>
                                          <p:spTgt spid="20482"/>
                                        </p:tgtEl>
                                      </p:cBhvr>
                                    </p:animEffect>
                                  </p:childTnLst>
                                </p:cTn>
                              </p:par>
                            </p:childTnLst>
                          </p:cTn>
                        </p:par>
                        <p:par>
                          <p:cTn id="8" fill="hold">
                            <p:stCondLst>
                              <p:cond delay="500"/>
                            </p:stCondLst>
                            <p:childTnLst>
                              <p:par>
                                <p:cTn id="9" presetID="49" presetClass="entr" presetSubtype="0" decel="100000" fill="hold" grpId="0" nodeType="afterEffect">
                                  <p:stCondLst>
                                    <p:cond delay="250"/>
                                  </p:stCondLst>
                                  <p:childTnLst>
                                    <p:set>
                                      <p:cBhvr>
                                        <p:cTn id="10" dur="1" fill="hold">
                                          <p:stCondLst>
                                            <p:cond delay="0"/>
                                          </p:stCondLst>
                                        </p:cTn>
                                        <p:tgtEl>
                                          <p:spTgt spid="20484"/>
                                        </p:tgtEl>
                                        <p:attrNameLst>
                                          <p:attrName>style.visibility</p:attrName>
                                        </p:attrNameLst>
                                      </p:cBhvr>
                                      <p:to>
                                        <p:strVal val="visible"/>
                                      </p:to>
                                    </p:set>
                                    <p:anim calcmode="lin" valueType="num">
                                      <p:cBhvr>
                                        <p:cTn id="11" dur="500" fill="hold"/>
                                        <p:tgtEl>
                                          <p:spTgt spid="20484"/>
                                        </p:tgtEl>
                                        <p:attrNameLst>
                                          <p:attrName>ppt_w</p:attrName>
                                        </p:attrNameLst>
                                      </p:cBhvr>
                                      <p:tavLst>
                                        <p:tav tm="0">
                                          <p:val>
                                            <p:fltVal val="0"/>
                                          </p:val>
                                        </p:tav>
                                        <p:tav tm="100000">
                                          <p:val>
                                            <p:strVal val="#ppt_w"/>
                                          </p:val>
                                        </p:tav>
                                      </p:tavLst>
                                    </p:anim>
                                    <p:anim calcmode="lin" valueType="num">
                                      <p:cBhvr>
                                        <p:cTn id="12" dur="500" fill="hold"/>
                                        <p:tgtEl>
                                          <p:spTgt spid="20484"/>
                                        </p:tgtEl>
                                        <p:attrNameLst>
                                          <p:attrName>ppt_h</p:attrName>
                                        </p:attrNameLst>
                                      </p:cBhvr>
                                      <p:tavLst>
                                        <p:tav tm="0">
                                          <p:val>
                                            <p:fltVal val="0"/>
                                          </p:val>
                                        </p:tav>
                                        <p:tav tm="100000">
                                          <p:val>
                                            <p:strVal val="#ppt_h"/>
                                          </p:val>
                                        </p:tav>
                                      </p:tavLst>
                                    </p:anim>
                                    <p:anim calcmode="lin" valueType="num">
                                      <p:cBhvr>
                                        <p:cTn id="13" dur="500" fill="hold"/>
                                        <p:tgtEl>
                                          <p:spTgt spid="20484"/>
                                        </p:tgtEl>
                                        <p:attrNameLst>
                                          <p:attrName>style.rotation</p:attrName>
                                        </p:attrNameLst>
                                      </p:cBhvr>
                                      <p:tavLst>
                                        <p:tav tm="0">
                                          <p:val>
                                            <p:fltVal val="360"/>
                                          </p:val>
                                        </p:tav>
                                        <p:tav tm="100000">
                                          <p:val>
                                            <p:fltVal val="0"/>
                                          </p:val>
                                        </p:tav>
                                      </p:tavLst>
                                    </p:anim>
                                    <p:animEffect transition="in" filter="fade">
                                      <p:cBhvr>
                                        <p:cTn id="14" dur="500"/>
                                        <p:tgtEl>
                                          <p:spTgt spid="20484"/>
                                        </p:tgtEl>
                                      </p:cBhvr>
                                    </p:animEffect>
                                  </p:childTnLst>
                                </p:cTn>
                              </p:par>
                            </p:childTnLst>
                          </p:cTn>
                        </p:par>
                        <p:par>
                          <p:cTn id="15" fill="hold">
                            <p:stCondLst>
                              <p:cond delay="1250"/>
                            </p:stCondLst>
                            <p:childTnLst>
                              <p:par>
                                <p:cTn id="16" presetID="22" presetClass="entr" presetSubtype="8" fill="hold" grpId="0" nodeType="afterEffect">
                                  <p:stCondLst>
                                    <p:cond delay="750"/>
                                  </p:stCondLst>
                                  <p:childTnLst>
                                    <p:set>
                                      <p:cBhvr>
                                        <p:cTn id="17" dur="1" fill="hold">
                                          <p:stCondLst>
                                            <p:cond delay="0"/>
                                          </p:stCondLst>
                                        </p:cTn>
                                        <p:tgtEl>
                                          <p:spTgt spid="20483"/>
                                        </p:tgtEl>
                                        <p:attrNameLst>
                                          <p:attrName>style.visibility</p:attrName>
                                        </p:attrNameLst>
                                      </p:cBhvr>
                                      <p:to>
                                        <p:strVal val="visible"/>
                                      </p:to>
                                    </p:set>
                                    <p:animEffect transition="in" filter="wipe(left)">
                                      <p:cBhvr>
                                        <p:cTn id="18" dur="500"/>
                                        <p:tgtEl>
                                          <p:spTgt spid="204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p:bldP spid="2048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25" name="文本框 25"/>
          <p:cNvSpPr txBox="1"/>
          <p:nvPr/>
        </p:nvSpPr>
        <p:spPr>
          <a:xfrm>
            <a:off x="572483" y="1311776"/>
            <a:ext cx="11047033" cy="924560"/>
          </a:xfrm>
          <a:prstGeom prst="rect">
            <a:avLst/>
          </a:prstGeom>
          <a:noFill/>
          <a:ln w="9525">
            <a:noFill/>
          </a:ln>
        </p:spPr>
        <p:txBody>
          <a:bodyPr wrap="square" anchor="t">
            <a:spAutoFit/>
          </a:bodyPr>
          <a:lstStyle/>
          <a:p>
            <a:pPr algn="ctr">
              <a:lnSpc>
                <a:spcPts val="6500"/>
              </a:lnSpc>
              <a:buFont typeface="Arial" panose="020B0604020202020204" pitchFamily="34" charset="0"/>
            </a:pPr>
            <a:r>
              <a:rPr lang="en-US" altLang="zh-CN" sz="6600" dirty="0">
                <a:solidFill>
                  <a:schemeClr val="tx2"/>
                </a:solidFill>
                <a:latin typeface="Arial" panose="020B0604020202020204" pitchFamily="34" charset="0"/>
                <a:ea typeface="Arial" panose="020B0604020202020204" pitchFamily="34" charset="0"/>
              </a:rPr>
              <a:t>Thanking You</a:t>
            </a:r>
            <a:endParaRPr lang="zh-CN" altLang="en-US" sz="6600" dirty="0">
              <a:solidFill>
                <a:schemeClr val="tx2"/>
              </a:solidFill>
              <a:latin typeface="Arial" panose="020B0604020202020204" pitchFamily="34" charset="0"/>
              <a:ea typeface="Arial" panose="020B0604020202020204" pitchFamily="34" charset="0"/>
            </a:endParaRPr>
          </a:p>
        </p:txBody>
      </p:sp>
      <p:sp>
        <p:nvSpPr>
          <p:cNvPr id="15" name="文本框 25"/>
          <p:cNvSpPr txBox="1"/>
          <p:nvPr/>
        </p:nvSpPr>
        <p:spPr>
          <a:xfrm>
            <a:off x="4222955" y="2586219"/>
            <a:ext cx="3746089" cy="1685562"/>
          </a:xfrm>
          <a:prstGeom prst="rect">
            <a:avLst/>
          </a:prstGeom>
          <a:noFill/>
          <a:ln w="9525">
            <a:noFill/>
          </a:ln>
        </p:spPr>
        <p:txBody>
          <a:bodyPr wrap="square" anchor="t">
            <a:spAutoFit/>
          </a:bodyPr>
          <a:lstStyle/>
          <a:p>
            <a:pPr algn="ctr">
              <a:lnSpc>
                <a:spcPts val="6500"/>
              </a:lnSpc>
              <a:buFont typeface="Arial" panose="020B0604020202020204" pitchFamily="34" charset="0"/>
            </a:pPr>
            <a:r>
              <a:rPr lang="en-US" altLang="zh-CN" sz="4800" dirty="0">
                <a:solidFill>
                  <a:srgbClr val="FF0000"/>
                </a:solidFill>
                <a:latin typeface="Arial" panose="020B0604020202020204" pitchFamily="34" charset="0"/>
                <a:ea typeface="Arial" panose="020B0604020202020204" pitchFamily="34" charset="0"/>
              </a:rPr>
              <a:t>Project Contributors</a:t>
            </a:r>
          </a:p>
        </p:txBody>
      </p:sp>
      <p:sp>
        <p:nvSpPr>
          <p:cNvPr id="17" name="Text Box 16"/>
          <p:cNvSpPr txBox="1"/>
          <p:nvPr/>
        </p:nvSpPr>
        <p:spPr>
          <a:xfrm>
            <a:off x="4465300" y="4392183"/>
            <a:ext cx="5338916" cy="1938992"/>
          </a:xfrm>
          <a:prstGeom prst="rect">
            <a:avLst/>
          </a:prstGeom>
          <a:noFill/>
          <a:extLst>
            <a:ext uri="{909E8E84-426E-40DD-AFC4-6F175D3DCCD1}">
              <a14:hiddenFill xmlns:a14="http://schemas.microsoft.com/office/drawing/2010/main">
                <a:solidFill>
                  <a:srgbClr val="AFABAB"/>
                </a:solidFill>
              </a14:hiddenFill>
            </a:ext>
          </a:extLst>
        </p:spPr>
        <p:txBody>
          <a:bodyPr wrap="square" rtlCol="0">
            <a:spAutoFit/>
          </a:bodyPr>
          <a:lstStyle/>
          <a:p>
            <a:pPr marL="342900" indent="-342900">
              <a:buFont typeface="Arial" panose="020B0604020202020204" pitchFamily="34" charset="0"/>
              <a:buChar char="•"/>
            </a:pPr>
            <a:r>
              <a:rPr lang="en-US" sz="2400" dirty="0"/>
              <a:t>Sanu Mondal</a:t>
            </a:r>
          </a:p>
          <a:p>
            <a:pPr marL="342900" indent="-342900">
              <a:buFont typeface="Arial" panose="020B0604020202020204" pitchFamily="34" charset="0"/>
              <a:buChar char="•"/>
            </a:pPr>
            <a:r>
              <a:rPr lang="en-US" sz="2400" dirty="0"/>
              <a:t>Aritra Ghosh</a:t>
            </a:r>
          </a:p>
          <a:p>
            <a:pPr marL="342900" indent="-342900">
              <a:buFont typeface="Arial" panose="020B0604020202020204" pitchFamily="34" charset="0"/>
              <a:buChar char="•"/>
            </a:pPr>
            <a:r>
              <a:rPr lang="en-US" sz="2400" dirty="0" err="1"/>
              <a:t>Saumyadeep</a:t>
            </a:r>
            <a:r>
              <a:rPr lang="en-US" sz="2400" dirty="0"/>
              <a:t> Barman</a:t>
            </a:r>
          </a:p>
          <a:p>
            <a:pPr marL="342900" indent="-342900">
              <a:buFont typeface="Arial" panose="020B0604020202020204" pitchFamily="34" charset="0"/>
              <a:buChar char="•"/>
            </a:pPr>
            <a:r>
              <a:rPr lang="en-US" sz="2400" dirty="0" err="1"/>
              <a:t>Debarati</a:t>
            </a:r>
            <a:r>
              <a:rPr lang="en-US" sz="2400" dirty="0"/>
              <a:t> Mahajan</a:t>
            </a:r>
          </a:p>
          <a:p>
            <a:pPr marL="342900" indent="-342900">
              <a:buFont typeface="Arial" panose="020B0604020202020204" pitchFamily="34" charset="0"/>
              <a:buChar char="•"/>
            </a:pPr>
            <a:r>
              <a:rPr lang="en-US" sz="2400" dirty="0" err="1"/>
              <a:t>Srijita</a:t>
            </a:r>
            <a:r>
              <a:rPr lang="en-US" sz="2400" dirty="0"/>
              <a:t> Roy</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afterEffect">
                                  <p:stCondLst>
                                    <p:cond delay="0"/>
                                  </p:stCondLst>
                                  <p:iterate type="wd">
                                    <p:tmPct val="10000"/>
                                  </p:iterate>
                                  <p:childTnLst>
                                    <p:set>
                                      <p:cBhvr>
                                        <p:cTn id="6" dur="1" fill="hold">
                                          <p:stCondLst>
                                            <p:cond delay="0"/>
                                          </p:stCondLst>
                                        </p:cTn>
                                        <p:tgtEl>
                                          <p:spTgt spid="21525"/>
                                        </p:tgtEl>
                                        <p:attrNameLst>
                                          <p:attrName>style.visibility</p:attrName>
                                        </p:attrNameLst>
                                      </p:cBhvr>
                                      <p:to>
                                        <p:strVal val="visible"/>
                                      </p:to>
                                    </p:set>
                                    <p:animScale>
                                      <p:cBhvr>
                                        <p:cTn id="7" dur="1000" decel="50000" fill="hold">
                                          <p:stCondLst>
                                            <p:cond delay="0"/>
                                          </p:stCondLst>
                                        </p:cTn>
                                        <p:tgtEl>
                                          <p:spTgt spid="2152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21525"/>
                                        </p:tgtEl>
                                        <p:attrNameLst>
                                          <p:attrName>ppt_x</p:attrName>
                                          <p:attrName>ppt_y</p:attrName>
                                        </p:attrNameLst>
                                      </p:cBhvr>
                                    </p:animMotion>
                                    <p:animEffect transition="in" filter="fade">
                                      <p:cBhvr>
                                        <p:cTn id="9" dur="1000"/>
                                        <p:tgtEl>
                                          <p:spTgt spid="21525"/>
                                        </p:tgtEl>
                                      </p:cBhvr>
                                    </p:animEffect>
                                  </p:childTnLst>
                                </p:cTn>
                              </p:par>
                            </p:childTnLst>
                          </p:cTn>
                        </p:par>
                        <p:par>
                          <p:cTn id="10" fill="hold">
                            <p:stCondLst>
                              <p:cond delay="1100"/>
                            </p:stCondLst>
                            <p:childTnLst>
                              <p:par>
                                <p:cTn id="11" presetID="52" presetClass="entr" presetSubtype="0" fill="hold" grpId="0" nodeType="afterEffect">
                                  <p:stCondLst>
                                    <p:cond delay="0"/>
                                  </p:stCondLst>
                                  <p:iterate type="wd">
                                    <p:tmPct val="0"/>
                                  </p:iterate>
                                  <p:childTnLst>
                                    <p:set>
                                      <p:cBhvr>
                                        <p:cTn id="12" dur="1" fill="hold">
                                          <p:stCondLst>
                                            <p:cond delay="0"/>
                                          </p:stCondLst>
                                        </p:cTn>
                                        <p:tgtEl>
                                          <p:spTgt spid="15"/>
                                        </p:tgtEl>
                                        <p:attrNameLst>
                                          <p:attrName>style.visibility</p:attrName>
                                        </p:attrNameLst>
                                      </p:cBhvr>
                                      <p:to>
                                        <p:strVal val="visible"/>
                                      </p:to>
                                    </p:set>
                                    <p:animScale>
                                      <p:cBhvr>
                                        <p:cTn id="13" dur="50" decel="50000" fill="hold">
                                          <p:stCondLst>
                                            <p:cond delay="0"/>
                                          </p:stCondLst>
                                        </p:cTn>
                                        <p:tgtEl>
                                          <p:spTgt spid="1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4" dur="50" decel="50000" fill="hold">
                                          <p:stCondLst>
                                            <p:cond delay="0"/>
                                          </p:stCondLst>
                                        </p:cTn>
                                        <p:tgtEl>
                                          <p:spTgt spid="15"/>
                                        </p:tgtEl>
                                        <p:attrNameLst>
                                          <p:attrName>ppt_x</p:attrName>
                                          <p:attrName>ppt_y</p:attrName>
                                        </p:attrNameLst>
                                      </p:cBhvr>
                                    </p:animMotion>
                                    <p:animEffect transition="in" filter="fade">
                                      <p:cBhvr>
                                        <p:cTn id="15" dur="50"/>
                                        <p:tgtEl>
                                          <p:spTgt spid="15"/>
                                        </p:tgtEl>
                                      </p:cBhvr>
                                    </p:animEffect>
                                  </p:childTnLst>
                                </p:cTn>
                              </p:par>
                            </p:childTnLst>
                          </p:cTn>
                        </p:par>
                        <p:par>
                          <p:cTn id="16" fill="hold">
                            <p:stCondLst>
                              <p:cond delay="1150"/>
                            </p:stCondLst>
                            <p:childTnLst>
                              <p:par>
                                <p:cTn id="17" presetID="23" presetClass="entr" presetSubtype="16" fill="hold" grpId="0" nodeType="after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p:cTn id="19" dur="200" fill="hold"/>
                                        <p:tgtEl>
                                          <p:spTgt spid="17"/>
                                        </p:tgtEl>
                                        <p:attrNameLst>
                                          <p:attrName>ppt_w</p:attrName>
                                        </p:attrNameLst>
                                      </p:cBhvr>
                                      <p:tavLst>
                                        <p:tav tm="0">
                                          <p:val>
                                            <p:fltVal val="0"/>
                                          </p:val>
                                        </p:tav>
                                        <p:tav tm="100000">
                                          <p:val>
                                            <p:strVal val="#ppt_w"/>
                                          </p:val>
                                        </p:tav>
                                      </p:tavLst>
                                    </p:anim>
                                    <p:anim calcmode="lin" valueType="num">
                                      <p:cBhvr>
                                        <p:cTn id="20" dur="200" fill="hold"/>
                                        <p:tgtEl>
                                          <p:spTgt spid="1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25" grpId="0"/>
      <p:bldP spid="15" grpId="0"/>
      <p:bldP spid="17"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TM03457485[[fn=Mesh]]</Template>
  <TotalTime>562</TotalTime>
  <Words>1248</Words>
  <Application>Microsoft Office PowerPoint</Application>
  <PresentationFormat>Widescreen</PresentationFormat>
  <Paragraphs>169</Paragraphs>
  <Slides>35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Century Gothic</vt:lpstr>
      <vt:lpstr>Segoe UI Symbol</vt:lpstr>
      <vt:lpstr>Mesh</vt:lpstr>
      <vt:lpstr>SOCIAL MEDIA APP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website</dc:title>
  <dc:creator>Rishav Raj Gupta</dc:creator>
  <cp:lastModifiedBy>SANU MONDAL</cp:lastModifiedBy>
  <cp:revision>21</cp:revision>
  <dcterms:created xsi:type="dcterms:W3CDTF">2024-06-08T21:42:36Z</dcterms:created>
  <dcterms:modified xsi:type="dcterms:W3CDTF">2024-08-04T16:01:55Z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1033-11.2.0.11388</vt:lpwstr>
  </property>
  <property fmtid="{D5CDD505-2E9C-101B-9397-08002B2CF9AE}" pid="3" name="ICV">
    <vt:lpwstr>00B59392E1CD40348E405DEB6BE4C3F7</vt:lpwstr>
  </property>
</Properties>
</file>